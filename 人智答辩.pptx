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heme/theme2.xml" ContentType="application/vnd.openxmlformats-officedocument.theme+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charts/chart3.xml" ContentType="application/vnd.openxmlformats-officedocument.drawingml.chart+xml"/>
  <Override PartName="/ppt/charts/style3.xml" ContentType="application/vnd.ms-office.chartstyle+xml"/>
  <Override PartName="/ppt/charts/colors3.xml" ContentType="application/vnd.ms-office.chartcolorstyl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30"/>
  </p:notesMasterIdLst>
  <p:sldIdLst>
    <p:sldId id="256" r:id="rId2"/>
    <p:sldId id="261" r:id="rId3"/>
    <p:sldId id="262" r:id="rId4"/>
    <p:sldId id="287" r:id="rId5"/>
    <p:sldId id="264" r:id="rId6"/>
    <p:sldId id="288" r:id="rId7"/>
    <p:sldId id="268" r:id="rId8"/>
    <p:sldId id="3259" r:id="rId9"/>
    <p:sldId id="3260" r:id="rId10"/>
    <p:sldId id="3261" r:id="rId11"/>
    <p:sldId id="270" r:id="rId12"/>
    <p:sldId id="281" r:id="rId13"/>
    <p:sldId id="291" r:id="rId14"/>
    <p:sldId id="3273" r:id="rId15"/>
    <p:sldId id="3274" r:id="rId16"/>
    <p:sldId id="3266" r:id="rId17"/>
    <p:sldId id="3267" r:id="rId18"/>
    <p:sldId id="3268" r:id="rId19"/>
    <p:sldId id="3269" r:id="rId20"/>
    <p:sldId id="292" r:id="rId21"/>
    <p:sldId id="3270" r:id="rId22"/>
    <p:sldId id="3271" r:id="rId23"/>
    <p:sldId id="3262" r:id="rId24"/>
    <p:sldId id="3263" r:id="rId25"/>
    <p:sldId id="3264" r:id="rId26"/>
    <p:sldId id="293" r:id="rId27"/>
    <p:sldId id="3265" r:id="rId28"/>
    <p:sldId id="286" r:id="rId29"/>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3">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紫琪" initials="紫" lastIdx="2"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7BABDF"/>
    <a:srgbClr val="FAFCFF"/>
    <a:srgbClr val="6498CE"/>
    <a:srgbClr val="83ADD8"/>
    <a:srgbClr val="FFFFFF"/>
    <a:srgbClr val="9DBEDE"/>
    <a:srgbClr val="EEF4FD"/>
    <a:srgbClr val="F2F6F9"/>
    <a:srgbClr val="82C2E9"/>
    <a:srgbClr val="DCE6E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78" autoAdjust="0"/>
    <p:restoredTop sz="94660"/>
  </p:normalViewPr>
  <p:slideViewPr>
    <p:cSldViewPr snapToGrid="0" showGuides="1">
      <p:cViewPr varScale="1">
        <p:scale>
          <a:sx n="119" d="100"/>
          <a:sy n="119" d="100"/>
        </p:scale>
        <p:origin x="342" y="102"/>
      </p:cViewPr>
      <p:guideLst>
        <p:guide orient="horz" pos="2160"/>
        <p:guide pos="3843"/>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commentAuthors" Target="commentAuthor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35" Type="http://schemas.openxmlformats.org/officeDocument/2006/relationships/tableStyles" Target="tableStyles.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_rels/chart2.xml.rels><?xml version="1.0" encoding="UTF-8" standalone="yes"?>
<Relationships xmlns="http://schemas.openxmlformats.org/package/2006/relationships"><Relationship Id="rId3" Type="http://schemas.openxmlformats.org/officeDocument/2006/relationships/package" Target="../embeddings/Microsoft_Excel_Worksheet1.xlsx"/><Relationship Id="rId2" Type="http://schemas.microsoft.com/office/2011/relationships/chartColorStyle" Target="colors2.xml"/><Relationship Id="rId1" Type="http://schemas.microsoft.com/office/2011/relationships/chartStyle" Target="style2.xml"/></Relationships>
</file>

<file path=ppt/charts/_rels/chart3.xml.rels><?xml version="1.0" encoding="UTF-8" standalone="yes"?>
<Relationships xmlns="http://schemas.openxmlformats.org/package/2006/relationships"><Relationship Id="rId3" Type="http://schemas.openxmlformats.org/officeDocument/2006/relationships/package" Target="../embeddings/Microsoft_Excel_Worksheet2.xlsx"/><Relationship Id="rId2" Type="http://schemas.microsoft.com/office/2011/relationships/chartColorStyle" Target="colors3.xml"/><Relationship Id="rId1" Type="http://schemas.microsoft.com/office/2011/relationships/chartStyle" Target="style3.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pieChart>
        <c:varyColors val="1"/>
        <c:dLbls>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pieChart>
        <c:varyColors val="1"/>
        <c:dLbls>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4"/>
    </mc:Choice>
    <mc:Fallback>
      <c:style val="4"/>
    </mc:Fallback>
  </mc:AlternateContent>
  <c:chart>
    <c:autoTitleDeleted val="1"/>
    <c:plotArea>
      <c:layout/>
      <c:pieChart>
        <c:varyColors val="1"/>
        <c:dLbls>
          <c:showLegendKey val="0"/>
          <c:showVal val="1"/>
          <c:showCatName val="0"/>
          <c:showSerName val="0"/>
          <c:showPercent val="0"/>
          <c:showBubbleSize val="0"/>
          <c:showLeaderLines val="0"/>
        </c:dLbls>
        <c:firstSliceAng val="0"/>
      </c:pieChart>
      <c:spPr>
        <a:noFill/>
        <a:ln>
          <a:noFill/>
        </a:ln>
        <a:effectLst/>
      </c:spPr>
    </c:plotArea>
    <c:plotVisOnly val="1"/>
    <c:dispBlanksAs val="gap"/>
    <c:showDLblsOverMax val="0"/>
  </c:chart>
  <c:spPr>
    <a:noFill/>
    <a:ln>
      <a:noFill/>
    </a:ln>
    <a:effectLst/>
  </c:spPr>
  <c:txPr>
    <a:bodyPr/>
    <a:lstStyle/>
    <a:p>
      <a:pPr>
        <a:defRPr lang="zh-CN"/>
      </a:pPr>
      <a:endParaRPr lang="zh-CN"/>
    </a:p>
  </c:txPr>
  <c:externalData r:id="rId3">
    <c:autoUpdate val="0"/>
  </c:externalData>
</c:chartSpace>
</file>

<file path=ppt/charts/colors1.xml><?xml version="1.0" encoding="utf-8"?>
<cs:colorStyle xmlns:cs="http://schemas.microsoft.com/office/drawing/2012/chartStyle" xmlns:a="http://schemas.openxmlformats.org/drawingml/2006/main" meth="withinLinearReversed" id="22">
  <a:schemeClr val="accent2"/>
</cs:colorStyle>
</file>

<file path=ppt/charts/colors2.xml><?xml version="1.0" encoding="utf-8"?>
<cs:colorStyle xmlns:cs="http://schemas.microsoft.com/office/drawing/2012/chartStyle" xmlns:a="http://schemas.openxmlformats.org/drawingml/2006/main" meth="withinLinearReversed" id="22">
  <a:schemeClr val="accent2"/>
</cs:colorStyle>
</file>

<file path=ppt/charts/colors3.xml><?xml version="1.0" encoding="utf-8"?>
<cs:colorStyle xmlns:cs="http://schemas.microsoft.com/office/drawing/2012/chartStyle" xmlns:a="http://schemas.openxmlformats.org/drawingml/2006/main" meth="withinLinearReversed" id="22">
  <a:schemeClr val="accent2"/>
</cs:colorStyle>
</file>

<file path=ppt/charts/style1.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charts/style3.xml><?xml version="1.0" encoding="utf-8"?>
<cs:chartStyle xmlns:cs="http://schemas.microsoft.com/office/drawing/2012/chartStyle" xmlns:a="http://schemas.openxmlformats.org/drawingml/2006/main" id="252">
  <cs:axisTitle>
    <cs:lnRef idx="0"/>
    <cs:fillRef idx="0"/>
    <cs:effectRef idx="0"/>
    <cs:fontRef idx="minor">
      <a:schemeClr val="tx1">
        <a:lumMod val="65000"/>
        <a:lumOff val="35000"/>
      </a:schemeClr>
    </cs:fontRef>
    <cs:defRPr sz="900" b="1" kern="1200"/>
  </cs:axisTitle>
  <cs:categoryAxis>
    <cs:lnRef idx="0"/>
    <cs:fillRef idx="0"/>
    <cs:effectRef idx="0"/>
    <cs:fontRef idx="minor">
      <a:schemeClr val="tx1">
        <a:lumMod val="65000"/>
        <a:lumOff val="35000"/>
      </a:schemeClr>
    </cs:fontRef>
    <cs:spPr>
      <a:ln w="19050" cap="flat" cmpd="sng" algn="ctr">
        <a:solidFill>
          <a:schemeClr val="tx1">
            <a:lumMod val="25000"/>
            <a:lumOff val="75000"/>
          </a:schemeClr>
        </a:solidFill>
        <a:round/>
      </a:ln>
    </cs:spPr>
    <cs:defRPr sz="900" kern="1200"/>
  </cs:categoryAxis>
  <cs:chartArea mods="allowNoFillOverride allowNoLineOverride">
    <cs:lnRef idx="0"/>
    <cs:fillRef idx="0"/>
    <cs:effectRef idx="0"/>
    <cs:fontRef idx="minor">
      <a:schemeClr val="dk1"/>
    </cs:fontRef>
    <cs:spPr>
      <a:solidFill>
        <a:schemeClr val="bg1"/>
      </a:solidFill>
      <a:ln w="9525" cap="flat" cmpd="sng" algn="ctr">
        <a:solidFill>
          <a:schemeClr val="tx1">
            <a:lumMod val="15000"/>
            <a:lumOff val="85000"/>
          </a:schemeClr>
        </a:solidFill>
        <a:round/>
      </a:ln>
    </cs:spPr>
    <cs:defRPr sz="9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0">
      <cs:styleClr val="auto"/>
    </cs:fillRef>
    <cs:effectRef idx="0">
      <cs:styleClr val="auto"/>
    </cs:effectRef>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
  <cs:dataPoint3D>
    <cs:lnRef idx="0"/>
    <cs:fillRef idx="0">
      <cs:styleClr val="auto"/>
    </cs:fillRef>
    <cs:effectRef idx="0"/>
    <cs:fontRef idx="minor">
      <a:schemeClr val="dk1"/>
    </cs:fontRef>
    <cs:spPr>
      <a:pattFill prst="ltUpDiag">
        <a:fgClr>
          <a:schemeClr val="phClr"/>
        </a:fgClr>
        <a:bgClr>
          <a:schemeClr val="phClr">
            <a:lumMod val="20000"/>
            <a:lumOff val="80000"/>
          </a:schemeClr>
        </a:bgClr>
      </a:pattFill>
      <a:ln w="19050">
        <a:solidFill>
          <a:schemeClr val="lt1"/>
        </a:solidFill>
      </a:ln>
      <a:effectLst>
        <a:innerShdw blurRad="114300">
          <a:schemeClr val="phClr"/>
        </a:innerShdw>
      </a:effectLst>
    </cs:spPr>
  </cs:dataPoint3D>
  <cs:dataPointLine>
    <cs:lnRef idx="0">
      <cs:styleClr val="auto"/>
    </cs:lnRef>
    <cs:fillRef idx="0"/>
    <cs:effectRef idx="0"/>
    <cs:fontRef idx="minor">
      <a:schemeClr val="dk1"/>
    </cs:fontRef>
    <cs:spPr>
      <a:ln w="28575" cap="rnd">
        <a:solidFill>
          <a:schemeClr val="phClr"/>
        </a:solidFill>
        <a:round/>
      </a:ln>
    </cs:spPr>
  </cs:dataPointLine>
  <cs:dataPointMarker>
    <cs:lnRef idx="0"/>
    <cs:fillRef idx="0">
      <cs:styleClr val="auto"/>
    </cs:fillRef>
    <cs:effectRef idx="0"/>
    <cs:fontRef idx="minor">
      <a:schemeClr val="dk1"/>
    </cs:fontRef>
    <cs:spPr>
      <a:solidFill>
        <a:schemeClr val="phClr"/>
      </a:solidFill>
      <a:ln w="9525">
        <a:solidFill>
          <a:schemeClr val="lt1"/>
        </a:solidFill>
      </a:ln>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tx1">
        <a:lumMod val="65000"/>
        <a:lumOff val="35000"/>
      </a:schemeClr>
    </cs:fontRef>
    <cs:spPr>
      <a:ln w="9525">
        <a:solidFill>
          <a:schemeClr val="tx1">
            <a:lumMod val="15000"/>
            <a:lumOff val="85000"/>
          </a:schemeClr>
        </a:solidFill>
      </a:ln>
    </cs:spPr>
    <cs:defRPr sz="900" kern="1200"/>
  </cs:dataTable>
  <cs:downBar>
    <cs:lnRef idx="0"/>
    <cs:fillRef idx="0"/>
    <cs:effectRef idx="0"/>
    <cs:fontRef idx="minor">
      <a:schemeClr val="dk1"/>
    </cs:fontRef>
    <cs:spPr>
      <a:solidFill>
        <a:schemeClr val="dk1">
          <a:lumMod val="75000"/>
          <a:lumOff val="25000"/>
        </a:schemeClr>
      </a:solidFill>
      <a:ln w="9525">
        <a:solidFill>
          <a:schemeClr val="tx1">
            <a:lumMod val="50000"/>
            <a:lumOff val="50000"/>
          </a:schemeClr>
        </a:solidFill>
      </a:ln>
    </cs:spPr>
  </cs:downBar>
  <cs:dropLine>
    <cs:lnRef idx="0"/>
    <cs:fillRef idx="0"/>
    <cs:effectRef idx="0"/>
    <cs:fontRef idx="minor">
      <a:schemeClr val="dk1"/>
    </cs:fontRef>
    <cs:spPr>
      <a:ln w="9525">
        <a:solidFill>
          <a:schemeClr val="tx1">
            <a:lumMod val="35000"/>
            <a:lumOff val="65000"/>
          </a:schemeClr>
        </a:solidFill>
        <a:round/>
      </a:ln>
    </cs:spPr>
  </cs:dropLine>
  <cs:errorBar>
    <cs:lnRef idx="0"/>
    <cs:fillRef idx="0"/>
    <cs:effectRef idx="0"/>
    <cs:fontRef idx="minor">
      <a:schemeClr val="dk1"/>
    </cs:fontRef>
    <cs:spPr>
      <a:ln w="9525">
        <a:solidFill>
          <a:schemeClr val="tx1">
            <a:lumMod val="50000"/>
            <a:lumOff val="50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a:solidFill>
          <a:schemeClr val="tx1">
            <a:lumMod val="15000"/>
            <a:lumOff val="85000"/>
          </a:schemeClr>
        </a:solidFill>
      </a:ln>
    </cs:spPr>
  </cs:gridlineMajor>
  <cs:gridlineMinor>
    <cs:lnRef idx="0"/>
    <cs:fillRef idx="0"/>
    <cs:effectRef idx="0"/>
    <cs:fontRef idx="minor">
      <a:schemeClr val="dk1"/>
    </cs:fontRef>
    <cs:spPr>
      <a:ln>
        <a:solidFill>
          <a:schemeClr val="tx1">
            <a:lumMod val="5000"/>
            <a:lumOff val="95000"/>
          </a:schemeClr>
        </a:solidFill>
      </a:ln>
    </cs:spPr>
  </cs:gridlineMinor>
  <cs:hiLoLine>
    <cs:lnRef idx="0"/>
    <cs:fillRef idx="0"/>
    <cs:effectRef idx="0"/>
    <cs:fontRef idx="minor">
      <a:schemeClr val="dk1"/>
    </cs:fontRef>
    <cs:spPr>
      <a:ln w="9525">
        <a:solidFill>
          <a:schemeClr val="tx1">
            <a:lumMod val="35000"/>
            <a:lumOff val="65000"/>
          </a:schemeClr>
        </a:solidFill>
        <a:round/>
      </a:ln>
    </cs:spPr>
  </cs:hiLoLine>
  <cs:leaderLine>
    <cs:lnRef idx="0"/>
    <cs:fillRef idx="0"/>
    <cs:effectRef idx="0"/>
    <cs:fontRef idx="minor">
      <a:schemeClr val="dk1"/>
    </cs:fontRef>
    <cs:spPr>
      <a:ln w="9525">
        <a:solidFill>
          <a:schemeClr val="tx1">
            <a:lumMod val="35000"/>
            <a:lumOff val="65000"/>
          </a:schemeClr>
        </a:solidFill>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dk1"/>
    </cs:fontRef>
  </cs:plotArea>
  <cs:plotArea3D mods="allowNoFillOverride allowNoLineOverride">
    <cs:lnRef idx="0"/>
    <cs:fillRef idx="0"/>
    <cs:effectRef idx="0"/>
    <cs:fontRef idx="minor">
      <a:schemeClr val="dk1"/>
    </cs:fontRef>
  </cs:plotArea3D>
  <cs:seriesAxis>
    <cs:lnRef idx="0"/>
    <cs:fillRef idx="0"/>
    <cs:effectRef idx="0"/>
    <cs:fontRef idx="minor">
      <a:schemeClr val="tx1">
        <a:lumMod val="65000"/>
        <a:lumOff val="35000"/>
      </a:schemeClr>
    </cs:fontRef>
    <cs:defRPr sz="900" kern="1200"/>
  </cs:seriesAxis>
  <cs:seriesLine>
    <cs:lnRef idx="0"/>
    <cs:fillRef idx="0"/>
    <cs:effectRef idx="0"/>
    <cs:fontRef idx="minor">
      <a:schemeClr val="dk1"/>
    </cs:fontRef>
    <cs:spPr>
      <a:ln w="9525">
        <a:solidFill>
          <a:schemeClr val="tx1">
            <a:lumMod val="35000"/>
            <a:lumOff val="65000"/>
          </a:schemeClr>
        </a:solidFill>
        <a:round/>
      </a:ln>
    </cs:spPr>
  </cs:seriesLine>
  <cs:title>
    <cs:lnRef idx="0"/>
    <cs:fillRef idx="0"/>
    <cs:effectRef idx="0"/>
    <cs:fontRef idx="minor">
      <a:schemeClr val="tx1">
        <a:lumMod val="50000"/>
        <a:lumOff val="50000"/>
      </a:schemeClr>
    </cs:fontRef>
    <cs:defRPr sz="1800" b="1" kern="1200" cap="all" spc="15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dk1"/>
    </cs:fontRef>
    <cs:spPr>
      <a:solidFill>
        <a:schemeClr val="lt1"/>
      </a:solidFill>
      <a:ln w="9525">
        <a:solidFill>
          <a:schemeClr val="tx1">
            <a:lumMod val="50000"/>
            <a:lumOff val="50000"/>
          </a:schemeClr>
        </a:solidFill>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dk1"/>
    </cs:fontRef>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D12620C-2DA0-4E34-B017-AA6896C43E69}" type="datetimeFigureOut">
              <a:rPr lang="zh-CN" altLang="en-US" smtClean="0"/>
              <a:t>2024/7/25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2EE7039-242B-4562-8E2D-ECBBA6E1AB6C}" type="slidenum">
              <a:rPr lang="zh-CN" altLang="en-US" smtClean="0"/>
              <a:t>‹#›</a:t>
            </a:fld>
            <a:endParaRPr lang="zh-CN" altLang="en-US"/>
          </a:p>
        </p:txBody>
      </p:sp>
    </p:spTree>
    <p:extLst>
      <p:ext uri="{BB962C8B-B14F-4D97-AF65-F5344CB8AC3E}">
        <p14:creationId xmlns:p14="http://schemas.microsoft.com/office/powerpoint/2010/main" val="18448766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8</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9</a:t>
            </a:fld>
            <a:endParaRPr lang="zh-CN" altLang="en-US"/>
          </a:p>
        </p:txBody>
      </p:sp>
    </p:spTree>
    <p:extLst>
      <p:ext uri="{BB962C8B-B14F-4D97-AF65-F5344CB8AC3E}">
        <p14:creationId xmlns:p14="http://schemas.microsoft.com/office/powerpoint/2010/main" val="10842453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10"/>
          </p:nvPr>
        </p:nvSpPr>
        <p:spPr/>
        <p:txBody>
          <a:bodyPr/>
          <a:lstStyle/>
          <a:p>
            <a:fld id="{418F03C3-53C1-4F10-8DAF-D1F318E96C6E}" type="slidenum">
              <a:rPr lang="zh-CN" altLang="en-US" smtClean="0"/>
              <a:t>10</a:t>
            </a:fld>
            <a:endParaRPr lang="zh-CN" altLang="en-US"/>
          </a:p>
        </p:txBody>
      </p:sp>
    </p:spTree>
    <p:extLst>
      <p:ext uri="{BB962C8B-B14F-4D97-AF65-F5344CB8AC3E}">
        <p14:creationId xmlns:p14="http://schemas.microsoft.com/office/powerpoint/2010/main" val="350784945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tags" Target="../tags/tag9.xml"/><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slideMaster" Target="../slideMasters/slideMaster1.xml"/><Relationship Id="rId5" Type="http://schemas.openxmlformats.org/officeDocument/2006/relationships/tags" Target="../tags/tag11.xml"/><Relationship Id="rId4" Type="http://schemas.openxmlformats.org/officeDocument/2006/relationships/tags" Target="../tags/tag10.xml"/></Relationships>
</file>

<file path=ppt/slideLayouts/_rels/slideLayout2.xml.rels><?xml version="1.0" encoding="UTF-8" standalone="yes"?>
<Relationships xmlns="http://schemas.openxmlformats.org/package/2006/relationships"><Relationship Id="rId3" Type="http://schemas.openxmlformats.org/officeDocument/2006/relationships/tags" Target="../tags/tag14.xml"/><Relationship Id="rId2" Type="http://schemas.openxmlformats.org/officeDocument/2006/relationships/tags" Target="../tags/tag13.xml"/><Relationship Id="rId1" Type="http://schemas.openxmlformats.org/officeDocument/2006/relationships/tags" Target="../tags/tag12.xml"/><Relationship Id="rId6" Type="http://schemas.openxmlformats.org/officeDocument/2006/relationships/slideMaster" Target="../slideMasters/slideMaster1.xml"/><Relationship Id="rId5" Type="http://schemas.openxmlformats.org/officeDocument/2006/relationships/tags" Target="../tags/tag16.xml"/><Relationship Id="rId4" Type="http://schemas.openxmlformats.org/officeDocument/2006/relationships/tags" Target="../tags/tag15.xml"/></Relationships>
</file>

<file path=ppt/slideLayouts/_rels/slideLayout3.xml.rels><?xml version="1.0" encoding="UTF-8" standalone="yes"?>
<Relationships xmlns="http://schemas.openxmlformats.org/package/2006/relationships"><Relationship Id="rId3" Type="http://schemas.openxmlformats.org/officeDocument/2006/relationships/tags" Target="../tags/tag19.xml"/><Relationship Id="rId2" Type="http://schemas.openxmlformats.org/officeDocument/2006/relationships/tags" Target="../tags/tag18.xml"/><Relationship Id="rId1" Type="http://schemas.openxmlformats.org/officeDocument/2006/relationships/tags" Target="../tags/tag17.xml"/><Relationship Id="rId6" Type="http://schemas.openxmlformats.org/officeDocument/2006/relationships/slideMaster" Target="../slideMasters/slideMaster1.xml"/><Relationship Id="rId5" Type="http://schemas.openxmlformats.org/officeDocument/2006/relationships/tags" Target="../tags/tag21.xml"/><Relationship Id="rId4" Type="http://schemas.openxmlformats.org/officeDocument/2006/relationships/tags" Target="../tags/tag20.xml"/></Relationships>
</file>

<file path=ppt/slideLayouts/_rels/slideLayout4.xml.rels><?xml version="1.0" encoding="UTF-8" standalone="yes"?>
<Relationships xmlns="http://schemas.openxmlformats.org/package/2006/relationships"><Relationship Id="rId3" Type="http://schemas.openxmlformats.org/officeDocument/2006/relationships/tags" Target="../tags/tag24.xml"/><Relationship Id="rId7" Type="http://schemas.openxmlformats.org/officeDocument/2006/relationships/slideMaster" Target="../slideMasters/slideMaster1.xml"/><Relationship Id="rId2" Type="http://schemas.openxmlformats.org/officeDocument/2006/relationships/tags" Target="../tags/tag23.xml"/><Relationship Id="rId1" Type="http://schemas.openxmlformats.org/officeDocument/2006/relationships/tags" Target="../tags/tag22.xml"/><Relationship Id="rId6" Type="http://schemas.openxmlformats.org/officeDocument/2006/relationships/tags" Target="../tags/tag27.xml"/><Relationship Id="rId5" Type="http://schemas.openxmlformats.org/officeDocument/2006/relationships/tags" Target="../tags/tag26.xml"/><Relationship Id="rId4" Type="http://schemas.openxmlformats.org/officeDocument/2006/relationships/tags" Target="../tags/tag25.xml"/></Relationships>
</file>

<file path=ppt/slideLayouts/_rels/slideLayout5.xml.rels><?xml version="1.0" encoding="UTF-8" standalone="yes"?>
<Relationships xmlns="http://schemas.openxmlformats.org/package/2006/relationships"><Relationship Id="rId8" Type="http://schemas.openxmlformats.org/officeDocument/2006/relationships/tags" Target="../tags/tag35.xml"/><Relationship Id="rId3" Type="http://schemas.openxmlformats.org/officeDocument/2006/relationships/tags" Target="../tags/tag30.xml"/><Relationship Id="rId7" Type="http://schemas.openxmlformats.org/officeDocument/2006/relationships/tags" Target="../tags/tag34.xml"/><Relationship Id="rId2" Type="http://schemas.openxmlformats.org/officeDocument/2006/relationships/tags" Target="../tags/tag29.xml"/><Relationship Id="rId1" Type="http://schemas.openxmlformats.org/officeDocument/2006/relationships/tags" Target="../tags/tag28.xml"/><Relationship Id="rId6" Type="http://schemas.openxmlformats.org/officeDocument/2006/relationships/tags" Target="../tags/tag33.xml"/><Relationship Id="rId5" Type="http://schemas.openxmlformats.org/officeDocument/2006/relationships/tags" Target="../tags/tag32.xml"/><Relationship Id="rId4" Type="http://schemas.openxmlformats.org/officeDocument/2006/relationships/tags" Target="../tags/tag31.xml"/><Relationship Id="rId9"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tags" Target="../tags/tag36.xml"/><Relationship Id="rId5" Type="http://schemas.openxmlformats.org/officeDocument/2006/relationships/slideMaster" Target="../slideMasters/slideMaster1.xml"/><Relationship Id="rId4" Type="http://schemas.openxmlformats.org/officeDocument/2006/relationships/tags" Target="../tags/tag39.xml"/></Relationships>
</file>

<file path=ppt/slideLayouts/_rels/slideLayout7.xml.rels><?xml version="1.0" encoding="UTF-8" standalone="yes"?>
<Relationships xmlns="http://schemas.openxmlformats.org/package/2006/relationships"><Relationship Id="rId3" Type="http://schemas.openxmlformats.org/officeDocument/2006/relationships/tags" Target="../tags/tag42.xml"/><Relationship Id="rId2" Type="http://schemas.openxmlformats.org/officeDocument/2006/relationships/tags" Target="../tags/tag41.xml"/><Relationship Id="rId1" Type="http://schemas.openxmlformats.org/officeDocument/2006/relationships/tags" Target="../tags/tag40.xml"/><Relationship Id="rId5" Type="http://schemas.openxmlformats.org/officeDocument/2006/relationships/image" Target="../media/image1.jpeg"/><Relationship Id="rId4"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tags" Target="../tags/tag45.xml"/><Relationship Id="rId7" Type="http://schemas.openxmlformats.org/officeDocument/2006/relationships/slideMaster" Target="../slideMasters/slideMaster1.xml"/><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s>
</file>

<file path=ppt/slideLayouts/_rels/slideLayout9.xml.rels><?xml version="1.0" encoding="UTF-8" standalone="yes"?>
<Relationships xmlns="http://schemas.openxmlformats.org/package/2006/relationships"><Relationship Id="rId3" Type="http://schemas.openxmlformats.org/officeDocument/2006/relationships/tags" Target="../tags/tag51.xml"/><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slideMaster" Target="../slideMasters/slideMaster1.xml"/><Relationship Id="rId5" Type="http://schemas.openxmlformats.org/officeDocument/2006/relationships/tags" Target="../tags/tag53.xml"/><Relationship Id="rId4" Type="http://schemas.openxmlformats.org/officeDocument/2006/relationships/tags" Target="../tags/tag52.xml"/></Relationships>
</file>

<file path=ppt/slideLayouts/_rels/slideLayout10.xml.rels><?xml version="1.0" encoding="UTF-8" standalone="yes"?>
<Relationships xmlns="http://schemas.openxmlformats.org/package/2006/relationships"><Relationship Id="rId3" Type="http://schemas.openxmlformats.org/officeDocument/2006/relationships/tags" Target="../tags/tag56.xml"/><Relationship Id="rId2" Type="http://schemas.openxmlformats.org/officeDocument/2006/relationships/tags" Target="../tags/tag55.xml"/><Relationship Id="rId1" Type="http://schemas.openxmlformats.org/officeDocument/2006/relationships/tags" Target="../tags/tag54.xml"/><Relationship Id="rId5" Type="http://schemas.openxmlformats.org/officeDocument/2006/relationships/slideMaster" Target="../slideMasters/slideMaster1.xml"/><Relationship Id="rId4" Type="http://schemas.openxmlformats.org/officeDocument/2006/relationships/tags" Target="../tags/tag57.xml"/></Relationships>
</file>

<file path=ppt/slideLayouts/_rels/slideLayout11.xml.rels><?xml version="1.0" encoding="UTF-8" standalone="yes"?>
<Relationships xmlns="http://schemas.openxmlformats.org/package/2006/relationships"><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 Id="rId6" Type="http://schemas.openxmlformats.org/officeDocument/2006/relationships/slideMaster" Target="../slideMasters/slideMaster1.xml"/><Relationship Id="rId5" Type="http://schemas.openxmlformats.org/officeDocument/2006/relationships/tags" Target="../tags/tag62.xml"/><Relationship Id="rId4" Type="http://schemas.openxmlformats.org/officeDocument/2006/relationships/tags" Target="../tags/tag6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custDataLst>
              <p:tags r:id="rId1"/>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单击此处编辑标题</a:t>
            </a:r>
          </a:p>
        </p:txBody>
      </p:sp>
      <p:sp>
        <p:nvSpPr>
          <p:cNvPr id="3" name="副标题 2"/>
          <p:cNvSpPr>
            <a:spLocks noGrp="1"/>
          </p:cNvSpPr>
          <p:nvPr>
            <p:ph type="subTitle" idx="1" hasCustomPrompt="1"/>
            <p:custDataLst>
              <p:tags r:id="rId2"/>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单击此处编辑副标题</a:t>
            </a:r>
          </a:p>
        </p:txBody>
      </p:sp>
      <p:sp>
        <p:nvSpPr>
          <p:cNvPr id="16" name="日期占位符 15"/>
          <p:cNvSpPr>
            <a:spLocks noGrp="1"/>
          </p:cNvSpPr>
          <p:nvPr>
            <p:ph type="dt" sz="half" idx="10"/>
            <p:custDataLst>
              <p:tags r:id="rId3"/>
            </p:custDataLst>
          </p:nvPr>
        </p:nvSpPr>
        <p:spPr/>
        <p:txBody>
          <a:bodyPr/>
          <a:lstStyle/>
          <a:p>
            <a:fld id="{760FBDFE-C587-4B4C-A407-44438C67B59E}" type="datetimeFigureOut">
              <a:rPr lang="zh-CN" altLang="en-US" smtClean="0"/>
              <a:t>2024/7/25</a:t>
            </a:fld>
            <a:endParaRPr lang="zh-CN" altLang="en-US"/>
          </a:p>
        </p:txBody>
      </p:sp>
      <p:sp>
        <p:nvSpPr>
          <p:cNvPr id="17" name="页脚占位符 16"/>
          <p:cNvSpPr>
            <a:spLocks noGrp="1"/>
          </p:cNvSpPr>
          <p:nvPr>
            <p:ph type="ftr" sz="quarter" idx="11"/>
            <p:custDataLst>
              <p:tags r:id="rId4"/>
            </p:custDataLst>
          </p:nvPr>
        </p:nvSpPr>
        <p:spPr/>
        <p:txBody>
          <a:bodyPr/>
          <a:lstStyle/>
          <a:p>
            <a:endParaRPr lang="zh-CN" altLang="en-US" dirty="0"/>
          </a:p>
        </p:txBody>
      </p:sp>
      <p:sp>
        <p:nvSpPr>
          <p:cNvPr id="18" name="灯片编号占位符 17"/>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idx="1"/>
            <p:custDataLst>
              <p:tags r:id="rId2"/>
            </p:custDataLst>
          </p:nvPr>
        </p:nvSpPr>
        <p:spPr>
          <a:xfrm>
            <a:off x="608400" y="1490400"/>
            <a:ext cx="10969200" cy="47592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2024/7/25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1"/>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p>
        </p:txBody>
      </p:sp>
      <p:sp>
        <p:nvSpPr>
          <p:cNvPr id="3" name="文本占位符 2"/>
          <p:cNvSpPr>
            <a:spLocks noGrp="1"/>
          </p:cNvSpPr>
          <p:nvPr>
            <p:ph type="body" idx="1" hasCustomPrompt="1"/>
            <p:custDataLst>
              <p:tags r:id="rId2"/>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2024/7/25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内容占位符 2"/>
          <p:cNvSpPr>
            <a:spLocks noGrp="1"/>
          </p:cNvSpPr>
          <p:nvPr>
            <p:ph sz="half" idx="1"/>
            <p:custDataLst>
              <p:tags r:id="rId2"/>
            </p:custDataLst>
          </p:nvPr>
        </p:nvSpPr>
        <p:spPr>
          <a:xfrm>
            <a:off x="608400" y="1501200"/>
            <a:ext cx="5176800" cy="4748400"/>
          </a:xfrm>
        </p:spPr>
        <p:txBody>
          <a:bodyPr vert="horz" lIns="90000" tIns="46800" rIns="90000" bIns="4680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4" name="内容占位符 3"/>
          <p:cNvSpPr>
            <a:spLocks noGrp="1"/>
          </p:cNvSpPr>
          <p:nvPr>
            <p:ph sz="half" idx="2"/>
            <p:custDataLst>
              <p:tags r:id="rId3"/>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5" name="日期占位符 4"/>
          <p:cNvSpPr>
            <a:spLocks noGrp="1"/>
          </p:cNvSpPr>
          <p:nvPr>
            <p:ph type="dt" sz="half" idx="10"/>
            <p:custDataLst>
              <p:tags r:id="rId4"/>
            </p:custDataLst>
          </p:nvPr>
        </p:nvSpPr>
        <p:spPr/>
        <p:txBody>
          <a:bodyPr/>
          <a:lstStyle/>
          <a:p>
            <a:fld id="{760FBDFE-C587-4B4C-A407-44438C67B59E}" type="datetimeFigureOut">
              <a:rPr lang="zh-CN" altLang="en-US" smtClean="0"/>
              <a:t>2024/7/25</a:t>
            </a:fld>
            <a:endParaRPr lang="zh-CN" altLang="en-US"/>
          </a:p>
        </p:txBody>
      </p:sp>
      <p:sp>
        <p:nvSpPr>
          <p:cNvPr id="6" name="页脚占位符 5"/>
          <p:cNvSpPr>
            <a:spLocks noGrp="1"/>
          </p:cNvSpPr>
          <p:nvPr>
            <p:ph type="ftr" sz="quarter" idx="11"/>
            <p:custDataLst>
              <p:tags r:id="rId5"/>
            </p:custDataLst>
          </p:nvPr>
        </p:nvSpPr>
        <p:spPr/>
        <p:txBody>
          <a:bodyPr/>
          <a:lstStyle/>
          <a:p>
            <a:endParaRPr lang="zh-CN" altLang="en-US"/>
          </a:p>
        </p:txBody>
      </p:sp>
      <p:sp>
        <p:nvSpPr>
          <p:cNvPr id="7" name="灯片编号占位符 6"/>
          <p:cNvSpPr>
            <a:spLocks noGrp="1"/>
          </p:cNvSpPr>
          <p:nvPr>
            <p:ph type="sldNum" sz="quarter" idx="12"/>
            <p:custDataLst>
              <p:tags r:id="rId6"/>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dirty="0">
                <a:sym typeface="+mn-ea"/>
              </a:rPr>
              <a:t>单击此处编辑母版标题样式</a:t>
            </a:r>
          </a:p>
        </p:txBody>
      </p:sp>
      <p:sp>
        <p:nvSpPr>
          <p:cNvPr id="3" name="文本占位符 2"/>
          <p:cNvSpPr>
            <a:spLocks noGrp="1"/>
          </p:cNvSpPr>
          <p:nvPr>
            <p:ph type="body" idx="1" hasCustomPrompt="1"/>
            <p:custDataLst>
              <p:tags r:id="rId2"/>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p>
        </p:txBody>
      </p:sp>
      <p:sp>
        <p:nvSpPr>
          <p:cNvPr id="4" name="内容占位符 3"/>
          <p:cNvSpPr>
            <a:spLocks noGrp="1"/>
          </p:cNvSpPr>
          <p:nvPr>
            <p:ph sz="half" idx="2"/>
            <p:custDataLst>
              <p:tags r:id="rId3"/>
            </p:custDataLst>
          </p:nvPr>
        </p:nvSpPr>
        <p:spPr>
          <a:xfrm>
            <a:off x="608400" y="1854000"/>
            <a:ext cx="5342400" cy="4395600"/>
          </a:xfrm>
        </p:spPr>
        <p:txBody>
          <a:bodyPr vert="horz" lIns="101600" tIns="0" rIns="82550" bIns="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5" name="文本占位符 4"/>
          <p:cNvSpPr>
            <a:spLocks noGrp="1"/>
          </p:cNvSpPr>
          <p:nvPr>
            <p:ph type="body" sz="quarter" idx="3" hasCustomPrompt="1"/>
            <p:custDataLst>
              <p:tags r:id="rId4"/>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p>
        </p:txBody>
      </p:sp>
      <p:sp>
        <p:nvSpPr>
          <p:cNvPr id="6" name="内容占位符 5"/>
          <p:cNvSpPr>
            <a:spLocks noGrp="1"/>
          </p:cNvSpPr>
          <p:nvPr>
            <p:ph sz="quarter" idx="4"/>
            <p:custDataLst>
              <p:tags r:id="rId5"/>
            </p:custDataLst>
          </p:nvPr>
        </p:nvSpPr>
        <p:spPr>
          <a:xfrm>
            <a:off x="6235750" y="1854000"/>
            <a:ext cx="5342400" cy="4395600"/>
          </a:xfrm>
        </p:spPr>
        <p:txBody>
          <a:bodyPr vert="horz" lIns="101600" tIns="0" rIns="82550" bIns="0" rtlCol="0">
            <a:normAutofit/>
          </a:bodyPr>
          <a:lstStyle/>
          <a:p>
            <a:pPr lvl="0"/>
            <a:r>
              <a:rPr dirty="0">
                <a:sym typeface="+mn-ea"/>
              </a:rPr>
              <a:t>单击此处编辑母版文本样式</a:t>
            </a:r>
          </a:p>
          <a:p>
            <a:pPr lvl="1"/>
            <a:r>
              <a:rPr dirty="0">
                <a:sym typeface="+mn-ea"/>
              </a:rPr>
              <a:t>第二级</a:t>
            </a:r>
          </a:p>
          <a:p>
            <a:pPr lvl="2"/>
            <a:r>
              <a:rPr dirty="0">
                <a:sym typeface="+mn-ea"/>
              </a:rPr>
              <a:t>第三级</a:t>
            </a:r>
          </a:p>
          <a:p>
            <a:pPr lvl="3"/>
            <a:r>
              <a:rPr dirty="0">
                <a:sym typeface="+mn-ea"/>
              </a:rPr>
              <a:t>第四级</a:t>
            </a:r>
          </a:p>
          <a:p>
            <a:pPr lvl="4"/>
            <a:r>
              <a:rPr dirty="0">
                <a:sym typeface="+mn-ea"/>
              </a:rPr>
              <a:t>第五级</a:t>
            </a:r>
          </a:p>
        </p:txBody>
      </p:sp>
      <p:sp>
        <p:nvSpPr>
          <p:cNvPr id="7" name="日期占位符 6"/>
          <p:cNvSpPr>
            <a:spLocks noGrp="1"/>
          </p:cNvSpPr>
          <p:nvPr>
            <p:ph type="dt" sz="half" idx="10"/>
            <p:custDataLst>
              <p:tags r:id="rId6"/>
            </p:custDataLst>
          </p:nvPr>
        </p:nvSpPr>
        <p:spPr/>
        <p:txBody>
          <a:bodyPr/>
          <a:lstStyle/>
          <a:p>
            <a:fld id="{760FBDFE-C587-4B4C-A407-44438C67B59E}" type="datetimeFigureOut">
              <a:rPr lang="zh-CN" altLang="en-US" smtClean="0"/>
              <a:t>2024/7/25</a:t>
            </a:fld>
            <a:endParaRPr lang="zh-CN" altLang="en-US"/>
          </a:p>
        </p:txBody>
      </p:sp>
      <p:sp>
        <p:nvSpPr>
          <p:cNvPr id="8" name="页脚占位符 7"/>
          <p:cNvSpPr>
            <a:spLocks noGrp="1"/>
          </p:cNvSpPr>
          <p:nvPr>
            <p:ph type="ftr" sz="quarter" idx="11"/>
            <p:custDataLst>
              <p:tags r:id="rId7"/>
            </p:custDataLst>
          </p:nvPr>
        </p:nvSpPr>
        <p:spPr/>
        <p:txBody>
          <a:bodyPr/>
          <a:lstStyle/>
          <a:p>
            <a:endParaRPr lang="zh-CN" altLang="en-US"/>
          </a:p>
        </p:txBody>
      </p:sp>
      <p:sp>
        <p:nvSpPr>
          <p:cNvPr id="9" name="灯片编号占位符 8"/>
          <p:cNvSpPr>
            <a:spLocks noGrp="1"/>
          </p:cNvSpPr>
          <p:nvPr>
            <p:ph type="sldNum" sz="quarter" idx="12"/>
            <p:custDataLst>
              <p:tags r:id="rId8"/>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1"/>
            </p:custDataLst>
          </p:nvPr>
        </p:nvSpPr>
        <p:spPr>
          <a:xfrm>
            <a:off x="608400" y="608400"/>
            <a:ext cx="10969200" cy="705600"/>
          </a:xfrm>
        </p:spPr>
        <p:txBody>
          <a:bodyPr vert="horz" lIns="90000" tIns="46800" rIns="90000" bIns="46800" rtlCol="0" anchor="ctr" anchorCtr="0">
            <a:normAutofit/>
          </a:bodyPr>
          <a:lstStyle/>
          <a:p>
            <a:pPr lvl="0"/>
            <a:r>
              <a:rPr>
                <a:sym typeface="+mn-ea"/>
              </a:rPr>
              <a:t>单击此处编辑母版标题样式</a:t>
            </a:r>
          </a:p>
        </p:txBody>
      </p:sp>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t>2024/7/25</a:t>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1"/>
            </p:custDataLst>
          </p:nvPr>
        </p:nvSpPr>
        <p:spPr/>
        <p:txBody>
          <a:bodyPr/>
          <a:lstStyle/>
          <a:p>
            <a:fld id="{760FBDFE-C587-4B4C-A407-44438C67B59E}" type="datetimeFigureOut">
              <a:rPr lang="zh-CN" altLang="en-US" smtClean="0"/>
              <a:t>2024/7/25</a:t>
            </a:fld>
            <a:endParaRPr lang="zh-CN" altLang="en-US"/>
          </a:p>
        </p:txBody>
      </p:sp>
      <p:sp>
        <p:nvSpPr>
          <p:cNvPr id="3" name="页脚占位符 2"/>
          <p:cNvSpPr>
            <a:spLocks noGrp="1"/>
          </p:cNvSpPr>
          <p:nvPr>
            <p:ph type="ftr" sz="quarter" idx="11"/>
            <p:custDataLst>
              <p:tags r:id="rId2"/>
            </p:custDataLst>
          </p:nvPr>
        </p:nvSpPr>
        <p:spPr/>
        <p:txBody>
          <a:bodyPr/>
          <a:lstStyle/>
          <a:p>
            <a:endParaRPr lang="zh-CN" altLang="en-US"/>
          </a:p>
        </p:txBody>
      </p:sp>
      <p:sp>
        <p:nvSpPr>
          <p:cNvPr id="4" name="灯片编号占位符 3"/>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grpSp>
        <p:nvGrpSpPr>
          <p:cNvPr id="23" name="组合 22"/>
          <p:cNvGrpSpPr/>
          <p:nvPr userDrawn="1"/>
        </p:nvGrpSpPr>
        <p:grpSpPr>
          <a:xfrm>
            <a:off x="-323215" y="-264795"/>
            <a:ext cx="3991610" cy="886602"/>
            <a:chOff x="4712" y="3059"/>
            <a:chExt cx="5593" cy="1242"/>
          </a:xfrm>
          <a:noFill/>
        </p:grpSpPr>
        <p:pic>
          <p:nvPicPr>
            <p:cNvPr id="14" name="图片 13" descr="1 (1)"/>
            <p:cNvPicPr>
              <a:picLocks noChangeAspect="1"/>
            </p:cNvPicPr>
            <p:nvPr/>
          </p:nvPicPr>
          <p:blipFill>
            <a:blip r:embed="rId5">
              <a:lum bright="64000" contrast="-76000"/>
            </a:blip>
            <a:srcRect l="33598" t="23447" r="59503" b="65378"/>
            <a:stretch>
              <a:fillRect/>
            </a:stretch>
          </p:blipFill>
          <p:spPr>
            <a:xfrm rot="240000">
              <a:off x="4712" y="3127"/>
              <a:ext cx="1168" cy="1174"/>
            </a:xfrm>
            <a:custGeom>
              <a:avLst/>
              <a:gdLst/>
              <a:ahLst/>
              <a:cxnLst>
                <a:cxn ang="3">
                  <a:pos x="hc" y="t"/>
                </a:cxn>
                <a:cxn ang="cd2">
                  <a:pos x="l" y="vc"/>
                </a:cxn>
                <a:cxn ang="cd4">
                  <a:pos x="hc" y="b"/>
                </a:cxn>
                <a:cxn ang="0">
                  <a:pos x="r" y="vc"/>
                </a:cxn>
              </a:cxnLst>
              <a:rect l="l" t="t" r="r" b="b"/>
              <a:pathLst>
                <a:path w="1168" h="1174">
                  <a:moveTo>
                    <a:pt x="480" y="0"/>
                  </a:moveTo>
                  <a:lnTo>
                    <a:pt x="636" y="87"/>
                  </a:lnTo>
                  <a:cubicBezTo>
                    <a:pt x="535" y="203"/>
                    <a:pt x="425" y="317"/>
                    <a:pt x="307" y="429"/>
                  </a:cubicBezTo>
                  <a:lnTo>
                    <a:pt x="835" y="413"/>
                  </a:lnTo>
                  <a:lnTo>
                    <a:pt x="707" y="271"/>
                  </a:lnTo>
                  <a:lnTo>
                    <a:pt x="830" y="183"/>
                  </a:lnTo>
                  <a:cubicBezTo>
                    <a:pt x="961" y="313"/>
                    <a:pt x="1073" y="431"/>
                    <a:pt x="1167" y="536"/>
                  </a:cubicBezTo>
                  <a:lnTo>
                    <a:pt x="1037" y="648"/>
                  </a:lnTo>
                  <a:lnTo>
                    <a:pt x="955" y="550"/>
                  </a:lnTo>
                  <a:lnTo>
                    <a:pt x="810" y="555"/>
                  </a:lnTo>
                  <a:lnTo>
                    <a:pt x="810" y="916"/>
                  </a:lnTo>
                  <a:cubicBezTo>
                    <a:pt x="810" y="973"/>
                    <a:pt x="834" y="1001"/>
                    <a:pt x="881" y="1001"/>
                  </a:cubicBezTo>
                  <a:lnTo>
                    <a:pt x="921" y="1001"/>
                  </a:lnTo>
                  <a:cubicBezTo>
                    <a:pt x="945" y="1001"/>
                    <a:pt x="963" y="989"/>
                    <a:pt x="973" y="966"/>
                  </a:cubicBezTo>
                  <a:cubicBezTo>
                    <a:pt x="983" y="943"/>
                    <a:pt x="993" y="885"/>
                    <a:pt x="1004" y="791"/>
                  </a:cubicBezTo>
                  <a:cubicBezTo>
                    <a:pt x="1053" y="809"/>
                    <a:pt x="1107" y="829"/>
                    <a:pt x="1168" y="850"/>
                  </a:cubicBezTo>
                  <a:cubicBezTo>
                    <a:pt x="1143" y="994"/>
                    <a:pt x="1112" y="1081"/>
                    <a:pt x="1077" y="1109"/>
                  </a:cubicBezTo>
                  <a:cubicBezTo>
                    <a:pt x="1041" y="1138"/>
                    <a:pt x="998" y="1152"/>
                    <a:pt x="949" y="1152"/>
                  </a:cubicBezTo>
                  <a:lnTo>
                    <a:pt x="832" y="1152"/>
                  </a:lnTo>
                  <a:cubicBezTo>
                    <a:pt x="704" y="1152"/>
                    <a:pt x="640" y="1095"/>
                    <a:pt x="640" y="980"/>
                  </a:cubicBezTo>
                  <a:lnTo>
                    <a:pt x="640" y="560"/>
                  </a:lnTo>
                  <a:lnTo>
                    <a:pt x="472" y="566"/>
                  </a:lnTo>
                  <a:cubicBezTo>
                    <a:pt x="468" y="857"/>
                    <a:pt x="352" y="1060"/>
                    <a:pt x="124" y="1174"/>
                  </a:cubicBezTo>
                  <a:cubicBezTo>
                    <a:pt x="94" y="1138"/>
                    <a:pt x="52" y="1091"/>
                    <a:pt x="0" y="1036"/>
                  </a:cubicBezTo>
                  <a:cubicBezTo>
                    <a:pt x="109" y="978"/>
                    <a:pt x="184" y="917"/>
                    <a:pt x="227" y="851"/>
                  </a:cubicBezTo>
                  <a:cubicBezTo>
                    <a:pt x="270" y="786"/>
                    <a:pt x="295" y="693"/>
                    <a:pt x="301" y="574"/>
                  </a:cubicBezTo>
                  <a:cubicBezTo>
                    <a:pt x="215" y="578"/>
                    <a:pt x="149" y="584"/>
                    <a:pt x="104" y="591"/>
                  </a:cubicBezTo>
                  <a:lnTo>
                    <a:pt x="41" y="446"/>
                  </a:lnTo>
                  <a:cubicBezTo>
                    <a:pt x="104" y="407"/>
                    <a:pt x="180" y="342"/>
                    <a:pt x="268" y="249"/>
                  </a:cubicBezTo>
                  <a:cubicBezTo>
                    <a:pt x="357" y="156"/>
                    <a:pt x="427" y="73"/>
                    <a:pt x="480" y="0"/>
                  </a:cubicBezTo>
                  <a:close/>
                </a:path>
              </a:pathLst>
            </a:custGeom>
            <a:grpFill/>
          </p:spPr>
        </p:pic>
        <p:pic>
          <p:nvPicPr>
            <p:cNvPr id="15" name="图片 14" descr="1 (1)"/>
            <p:cNvPicPr>
              <a:picLocks noChangeAspect="1"/>
            </p:cNvPicPr>
            <p:nvPr/>
          </p:nvPicPr>
          <p:blipFill>
            <a:blip r:embed="rId5">
              <a:lum bright="64000" contrast="-76000"/>
            </a:blip>
            <a:srcRect l="50852" t="23447" r="42249" b="65378"/>
            <a:stretch>
              <a:fillRect/>
            </a:stretch>
          </p:blipFill>
          <p:spPr>
            <a:xfrm rot="21240000">
              <a:off x="7634" y="3127"/>
              <a:ext cx="1168" cy="1174"/>
            </a:xfrm>
            <a:custGeom>
              <a:avLst/>
              <a:gdLst/>
              <a:ahLst/>
              <a:cxnLst>
                <a:cxn ang="3">
                  <a:pos x="hc" y="t"/>
                </a:cxn>
                <a:cxn ang="cd2">
                  <a:pos x="l" y="vc"/>
                </a:cxn>
                <a:cxn ang="cd4">
                  <a:pos x="hc" y="b"/>
                </a:cxn>
                <a:cxn ang="0">
                  <a:pos x="r" y="vc"/>
                </a:cxn>
              </a:cxnLst>
              <a:rect l="l" t="t" r="r" b="b"/>
              <a:pathLst>
                <a:path w="1168" h="1174">
                  <a:moveTo>
                    <a:pt x="480" y="0"/>
                  </a:moveTo>
                  <a:lnTo>
                    <a:pt x="636" y="87"/>
                  </a:lnTo>
                  <a:cubicBezTo>
                    <a:pt x="535" y="203"/>
                    <a:pt x="425" y="317"/>
                    <a:pt x="307" y="429"/>
                  </a:cubicBezTo>
                  <a:lnTo>
                    <a:pt x="835" y="413"/>
                  </a:lnTo>
                  <a:lnTo>
                    <a:pt x="707" y="271"/>
                  </a:lnTo>
                  <a:lnTo>
                    <a:pt x="830" y="183"/>
                  </a:lnTo>
                  <a:cubicBezTo>
                    <a:pt x="961" y="313"/>
                    <a:pt x="1073" y="431"/>
                    <a:pt x="1167" y="536"/>
                  </a:cubicBezTo>
                  <a:lnTo>
                    <a:pt x="1037" y="648"/>
                  </a:lnTo>
                  <a:lnTo>
                    <a:pt x="955" y="550"/>
                  </a:lnTo>
                  <a:lnTo>
                    <a:pt x="810" y="555"/>
                  </a:lnTo>
                  <a:lnTo>
                    <a:pt x="810" y="916"/>
                  </a:lnTo>
                  <a:cubicBezTo>
                    <a:pt x="810" y="973"/>
                    <a:pt x="834" y="1001"/>
                    <a:pt x="881" y="1001"/>
                  </a:cubicBezTo>
                  <a:lnTo>
                    <a:pt x="921" y="1001"/>
                  </a:lnTo>
                  <a:cubicBezTo>
                    <a:pt x="945" y="1001"/>
                    <a:pt x="963" y="989"/>
                    <a:pt x="973" y="966"/>
                  </a:cubicBezTo>
                  <a:cubicBezTo>
                    <a:pt x="983" y="943"/>
                    <a:pt x="993" y="885"/>
                    <a:pt x="1004" y="791"/>
                  </a:cubicBezTo>
                  <a:cubicBezTo>
                    <a:pt x="1053" y="809"/>
                    <a:pt x="1107" y="829"/>
                    <a:pt x="1168" y="850"/>
                  </a:cubicBezTo>
                  <a:cubicBezTo>
                    <a:pt x="1143" y="994"/>
                    <a:pt x="1112" y="1081"/>
                    <a:pt x="1077" y="1109"/>
                  </a:cubicBezTo>
                  <a:cubicBezTo>
                    <a:pt x="1041" y="1138"/>
                    <a:pt x="998" y="1152"/>
                    <a:pt x="949" y="1152"/>
                  </a:cubicBezTo>
                  <a:lnTo>
                    <a:pt x="832" y="1152"/>
                  </a:lnTo>
                  <a:cubicBezTo>
                    <a:pt x="704" y="1152"/>
                    <a:pt x="640" y="1095"/>
                    <a:pt x="640" y="980"/>
                  </a:cubicBezTo>
                  <a:lnTo>
                    <a:pt x="640" y="560"/>
                  </a:lnTo>
                  <a:lnTo>
                    <a:pt x="472" y="566"/>
                  </a:lnTo>
                  <a:cubicBezTo>
                    <a:pt x="468" y="857"/>
                    <a:pt x="352" y="1060"/>
                    <a:pt x="124" y="1174"/>
                  </a:cubicBezTo>
                  <a:cubicBezTo>
                    <a:pt x="94" y="1138"/>
                    <a:pt x="52" y="1091"/>
                    <a:pt x="0" y="1036"/>
                  </a:cubicBezTo>
                  <a:cubicBezTo>
                    <a:pt x="109" y="978"/>
                    <a:pt x="184" y="917"/>
                    <a:pt x="227" y="851"/>
                  </a:cubicBezTo>
                  <a:cubicBezTo>
                    <a:pt x="270" y="786"/>
                    <a:pt x="295" y="693"/>
                    <a:pt x="301" y="574"/>
                  </a:cubicBezTo>
                  <a:cubicBezTo>
                    <a:pt x="215" y="578"/>
                    <a:pt x="149" y="584"/>
                    <a:pt x="104" y="591"/>
                  </a:cubicBezTo>
                  <a:lnTo>
                    <a:pt x="41" y="446"/>
                  </a:lnTo>
                  <a:cubicBezTo>
                    <a:pt x="104" y="407"/>
                    <a:pt x="180" y="342"/>
                    <a:pt x="268" y="249"/>
                  </a:cubicBezTo>
                  <a:cubicBezTo>
                    <a:pt x="357" y="156"/>
                    <a:pt x="427" y="73"/>
                    <a:pt x="480" y="0"/>
                  </a:cubicBezTo>
                  <a:close/>
                </a:path>
              </a:pathLst>
            </a:custGeom>
            <a:grpFill/>
          </p:spPr>
        </p:pic>
        <p:pic>
          <p:nvPicPr>
            <p:cNvPr id="16" name="图片 15" descr="1 (1)"/>
            <p:cNvPicPr>
              <a:picLocks noChangeAspect="1"/>
            </p:cNvPicPr>
            <p:nvPr/>
          </p:nvPicPr>
          <p:blipFill>
            <a:blip r:embed="rId5">
              <a:lum bright="64000" contrast="-76000"/>
            </a:blip>
            <a:srcRect l="59493" t="23525" r="36666" b="72393"/>
            <a:stretch>
              <a:fillRect/>
            </a:stretch>
          </p:blipFill>
          <p:spPr>
            <a:xfrm rot="21240000">
              <a:off x="9056" y="3123"/>
              <a:ext cx="650" cy="429"/>
            </a:xfrm>
            <a:custGeom>
              <a:avLst/>
              <a:gdLst/>
              <a:ahLst/>
              <a:cxnLst>
                <a:cxn ang="3">
                  <a:pos x="hc" y="t"/>
                </a:cxn>
                <a:cxn ang="cd2">
                  <a:pos x="l" y="vc"/>
                </a:cxn>
                <a:cxn ang="cd4">
                  <a:pos x="hc" y="b"/>
                </a:cxn>
                <a:cxn ang="0">
                  <a:pos x="r" y="vc"/>
                </a:cxn>
              </a:cxnLst>
              <a:rect l="l" t="t" r="r" b="b"/>
              <a:pathLst>
                <a:path w="650" h="429">
                  <a:moveTo>
                    <a:pt x="231" y="0"/>
                  </a:moveTo>
                  <a:lnTo>
                    <a:pt x="380" y="56"/>
                  </a:lnTo>
                  <a:lnTo>
                    <a:pt x="209" y="264"/>
                  </a:lnTo>
                  <a:lnTo>
                    <a:pt x="422" y="255"/>
                  </a:lnTo>
                  <a:cubicBezTo>
                    <a:pt x="403" y="224"/>
                    <a:pt x="384" y="195"/>
                    <a:pt x="364" y="165"/>
                  </a:cubicBezTo>
                  <a:lnTo>
                    <a:pt x="477" y="104"/>
                  </a:lnTo>
                  <a:cubicBezTo>
                    <a:pt x="534" y="182"/>
                    <a:pt x="592" y="267"/>
                    <a:pt x="650" y="357"/>
                  </a:cubicBezTo>
                  <a:cubicBezTo>
                    <a:pt x="603" y="386"/>
                    <a:pt x="561" y="409"/>
                    <a:pt x="526" y="429"/>
                  </a:cubicBezTo>
                  <a:lnTo>
                    <a:pt x="493" y="372"/>
                  </a:lnTo>
                  <a:lnTo>
                    <a:pt x="41" y="404"/>
                  </a:lnTo>
                  <a:lnTo>
                    <a:pt x="0" y="273"/>
                  </a:lnTo>
                  <a:cubicBezTo>
                    <a:pt x="52" y="246"/>
                    <a:pt x="129" y="155"/>
                    <a:pt x="231" y="0"/>
                  </a:cubicBezTo>
                  <a:close/>
                </a:path>
              </a:pathLst>
            </a:custGeom>
            <a:grpFill/>
          </p:spPr>
        </p:pic>
        <p:pic>
          <p:nvPicPr>
            <p:cNvPr id="17" name="图片 16" descr="1 (1)"/>
            <p:cNvPicPr>
              <a:picLocks noChangeAspect="1"/>
            </p:cNvPicPr>
            <p:nvPr/>
          </p:nvPicPr>
          <p:blipFill>
            <a:blip r:embed="rId5">
              <a:lum bright="64000" contrast="-76000"/>
            </a:blip>
            <a:srcRect l="63354" t="23636" r="33656" b="71178"/>
            <a:stretch>
              <a:fillRect/>
            </a:stretch>
          </p:blipFill>
          <p:spPr>
            <a:xfrm rot="21240000">
              <a:off x="9794" y="3081"/>
              <a:ext cx="506" cy="545"/>
            </a:xfrm>
            <a:custGeom>
              <a:avLst/>
              <a:gdLst/>
              <a:ahLst/>
              <a:cxnLst>
                <a:cxn ang="3">
                  <a:pos x="hc" y="t"/>
                </a:cxn>
                <a:cxn ang="cd2">
                  <a:pos x="l" y="vc"/>
                </a:cxn>
                <a:cxn ang="cd4">
                  <a:pos x="hc" y="b"/>
                </a:cxn>
                <a:cxn ang="0">
                  <a:pos x="r" y="vc"/>
                </a:cxn>
              </a:cxnLst>
              <a:rect l="l" t="t" r="r" b="b"/>
              <a:pathLst>
                <a:path w="506" h="545">
                  <a:moveTo>
                    <a:pt x="0" y="0"/>
                  </a:moveTo>
                  <a:lnTo>
                    <a:pt x="149" y="0"/>
                  </a:lnTo>
                  <a:lnTo>
                    <a:pt x="149" y="177"/>
                  </a:lnTo>
                  <a:cubicBezTo>
                    <a:pt x="245" y="133"/>
                    <a:pt x="327" y="92"/>
                    <a:pt x="393" y="54"/>
                  </a:cubicBezTo>
                  <a:lnTo>
                    <a:pt x="496" y="173"/>
                  </a:lnTo>
                  <a:cubicBezTo>
                    <a:pt x="411" y="212"/>
                    <a:pt x="295" y="259"/>
                    <a:pt x="149" y="314"/>
                  </a:cubicBezTo>
                  <a:lnTo>
                    <a:pt x="149" y="350"/>
                  </a:lnTo>
                  <a:cubicBezTo>
                    <a:pt x="149" y="394"/>
                    <a:pt x="175" y="416"/>
                    <a:pt x="227" y="416"/>
                  </a:cubicBezTo>
                  <a:lnTo>
                    <a:pt x="265" y="416"/>
                  </a:lnTo>
                  <a:cubicBezTo>
                    <a:pt x="307" y="416"/>
                    <a:pt x="332" y="404"/>
                    <a:pt x="338" y="379"/>
                  </a:cubicBezTo>
                  <a:cubicBezTo>
                    <a:pt x="345" y="354"/>
                    <a:pt x="352" y="314"/>
                    <a:pt x="361" y="258"/>
                  </a:cubicBezTo>
                  <a:cubicBezTo>
                    <a:pt x="420" y="285"/>
                    <a:pt x="468" y="305"/>
                    <a:pt x="506" y="318"/>
                  </a:cubicBezTo>
                  <a:cubicBezTo>
                    <a:pt x="495" y="364"/>
                    <a:pt x="484" y="405"/>
                    <a:pt x="474" y="440"/>
                  </a:cubicBezTo>
                  <a:cubicBezTo>
                    <a:pt x="463" y="476"/>
                    <a:pt x="443" y="502"/>
                    <a:pt x="415" y="519"/>
                  </a:cubicBezTo>
                  <a:cubicBezTo>
                    <a:pt x="386" y="536"/>
                    <a:pt x="348" y="545"/>
                    <a:pt x="302" y="545"/>
                  </a:cubicBezTo>
                  <a:lnTo>
                    <a:pt x="182" y="545"/>
                  </a:lnTo>
                  <a:cubicBezTo>
                    <a:pt x="61" y="545"/>
                    <a:pt x="1" y="486"/>
                    <a:pt x="0" y="369"/>
                  </a:cubicBezTo>
                  <a:lnTo>
                    <a:pt x="0" y="0"/>
                  </a:lnTo>
                  <a:close/>
                </a:path>
              </a:pathLst>
            </a:custGeom>
            <a:grpFill/>
          </p:spPr>
        </p:pic>
        <p:pic>
          <p:nvPicPr>
            <p:cNvPr id="18" name="图片 17" descr="1 (1)"/>
            <p:cNvPicPr>
              <a:picLocks noChangeAspect="1"/>
            </p:cNvPicPr>
            <p:nvPr/>
          </p:nvPicPr>
          <p:blipFill>
            <a:blip r:embed="rId5">
              <a:lum bright="64000" contrast="-76000"/>
            </a:blip>
            <a:srcRect l="46204" t="23759" r="50883" b="70698"/>
            <a:stretch>
              <a:fillRect/>
            </a:stretch>
          </p:blipFill>
          <p:spPr>
            <a:xfrm rot="420000">
              <a:off x="6875" y="3294"/>
              <a:ext cx="493" cy="582"/>
            </a:xfrm>
            <a:custGeom>
              <a:avLst/>
              <a:gdLst/>
              <a:ahLst/>
              <a:cxnLst>
                <a:cxn ang="3">
                  <a:pos x="hc" y="t"/>
                </a:cxn>
                <a:cxn ang="cd2">
                  <a:pos x="l" y="vc"/>
                </a:cxn>
                <a:cxn ang="cd4">
                  <a:pos x="hc" y="b"/>
                </a:cxn>
                <a:cxn ang="0">
                  <a:pos x="r" y="vc"/>
                </a:cxn>
              </a:cxnLst>
              <a:rect l="l" t="t" r="r" b="b"/>
              <a:pathLst>
                <a:path w="493" h="582">
                  <a:moveTo>
                    <a:pt x="154" y="0"/>
                  </a:moveTo>
                  <a:cubicBezTo>
                    <a:pt x="242" y="179"/>
                    <a:pt x="355" y="327"/>
                    <a:pt x="493" y="443"/>
                  </a:cubicBezTo>
                  <a:cubicBezTo>
                    <a:pt x="436" y="500"/>
                    <a:pt x="392" y="546"/>
                    <a:pt x="360" y="582"/>
                  </a:cubicBezTo>
                  <a:cubicBezTo>
                    <a:pt x="221" y="454"/>
                    <a:pt x="102" y="284"/>
                    <a:pt x="0" y="73"/>
                  </a:cubicBezTo>
                  <a:lnTo>
                    <a:pt x="154" y="0"/>
                  </a:lnTo>
                  <a:close/>
                </a:path>
              </a:pathLst>
            </a:custGeom>
            <a:grpFill/>
          </p:spPr>
        </p:pic>
        <p:pic>
          <p:nvPicPr>
            <p:cNvPr id="19" name="图片 18" descr="1 (1)"/>
            <p:cNvPicPr>
              <a:picLocks noChangeAspect="1"/>
            </p:cNvPicPr>
            <p:nvPr/>
          </p:nvPicPr>
          <p:blipFill>
            <a:blip r:embed="rId5">
              <a:lum bright="64000" contrast="-76000"/>
            </a:blip>
            <a:srcRect l="42267" t="23870" r="54854" b="70587"/>
            <a:stretch>
              <a:fillRect/>
            </a:stretch>
          </p:blipFill>
          <p:spPr>
            <a:xfrm rot="1140000">
              <a:off x="6117" y="3059"/>
              <a:ext cx="488" cy="582"/>
            </a:xfrm>
            <a:custGeom>
              <a:avLst/>
              <a:gdLst/>
              <a:ahLst/>
              <a:cxnLst>
                <a:cxn ang="3">
                  <a:pos x="hc" y="t"/>
                </a:cxn>
                <a:cxn ang="cd2">
                  <a:pos x="l" y="vc"/>
                </a:cxn>
                <a:cxn ang="cd4">
                  <a:pos x="hc" y="b"/>
                </a:cxn>
                <a:cxn ang="0">
                  <a:pos x="r" y="vc"/>
                </a:cxn>
              </a:cxnLst>
              <a:rect l="l" t="t" r="r" b="b"/>
              <a:pathLst>
                <a:path w="488" h="582">
                  <a:moveTo>
                    <a:pt x="327" y="0"/>
                  </a:moveTo>
                  <a:lnTo>
                    <a:pt x="488" y="68"/>
                  </a:lnTo>
                  <a:cubicBezTo>
                    <a:pt x="402" y="263"/>
                    <a:pt x="278" y="434"/>
                    <a:pt x="117" y="582"/>
                  </a:cubicBezTo>
                  <a:cubicBezTo>
                    <a:pt x="91" y="548"/>
                    <a:pt x="52" y="503"/>
                    <a:pt x="0" y="446"/>
                  </a:cubicBezTo>
                  <a:cubicBezTo>
                    <a:pt x="142" y="321"/>
                    <a:pt x="251" y="172"/>
                    <a:pt x="327" y="0"/>
                  </a:cubicBezTo>
                  <a:close/>
                </a:path>
              </a:pathLst>
            </a:custGeom>
            <a:grpFill/>
          </p:spPr>
        </p:pic>
        <p:pic>
          <p:nvPicPr>
            <p:cNvPr id="20" name="图片 19" descr="1 (1)"/>
            <p:cNvPicPr>
              <a:picLocks noChangeAspect="1"/>
            </p:cNvPicPr>
            <p:nvPr/>
          </p:nvPicPr>
          <p:blipFill>
            <a:blip r:embed="rId5">
              <a:lum bright="64000" contrast="-76000"/>
            </a:blip>
            <a:srcRect l="42786" t="27294" r="51194" b="65378"/>
            <a:stretch>
              <a:fillRect/>
            </a:stretch>
          </p:blipFill>
          <p:spPr>
            <a:xfrm rot="21240000">
              <a:off x="6163" y="3531"/>
              <a:ext cx="1020" cy="770"/>
            </a:xfrm>
            <a:custGeom>
              <a:avLst/>
              <a:gdLst/>
              <a:ahLst/>
              <a:cxnLst>
                <a:cxn ang="3">
                  <a:pos x="hc" y="t"/>
                </a:cxn>
                <a:cxn ang="cd2">
                  <a:pos x="l" y="vc"/>
                </a:cxn>
                <a:cxn ang="cd4">
                  <a:pos x="hc" y="b"/>
                </a:cxn>
                <a:cxn ang="0">
                  <a:pos x="r" y="vc"/>
                </a:cxn>
              </a:cxnLst>
              <a:rect l="l" t="t" r="r" b="b"/>
              <a:pathLst>
                <a:path w="1020" h="770">
                  <a:moveTo>
                    <a:pt x="410" y="0"/>
                  </a:moveTo>
                  <a:lnTo>
                    <a:pt x="584" y="77"/>
                  </a:lnTo>
                  <a:cubicBezTo>
                    <a:pt x="451" y="283"/>
                    <a:pt x="342" y="433"/>
                    <a:pt x="258" y="527"/>
                  </a:cubicBezTo>
                  <a:cubicBezTo>
                    <a:pt x="411" y="524"/>
                    <a:pt x="558" y="519"/>
                    <a:pt x="699" y="513"/>
                  </a:cubicBezTo>
                  <a:cubicBezTo>
                    <a:pt x="654" y="448"/>
                    <a:pt x="604" y="380"/>
                    <a:pt x="550" y="309"/>
                  </a:cubicBezTo>
                  <a:lnTo>
                    <a:pt x="689" y="221"/>
                  </a:lnTo>
                  <a:cubicBezTo>
                    <a:pt x="812" y="370"/>
                    <a:pt x="922" y="517"/>
                    <a:pt x="1020" y="663"/>
                  </a:cubicBezTo>
                  <a:lnTo>
                    <a:pt x="866" y="770"/>
                  </a:lnTo>
                  <a:cubicBezTo>
                    <a:pt x="847" y="738"/>
                    <a:pt x="826" y="704"/>
                    <a:pt x="805" y="670"/>
                  </a:cubicBezTo>
                  <a:lnTo>
                    <a:pt x="194" y="701"/>
                  </a:lnTo>
                  <a:cubicBezTo>
                    <a:pt x="154" y="706"/>
                    <a:pt x="114" y="713"/>
                    <a:pt x="73" y="723"/>
                  </a:cubicBezTo>
                  <a:lnTo>
                    <a:pt x="0" y="565"/>
                  </a:lnTo>
                  <a:cubicBezTo>
                    <a:pt x="53" y="534"/>
                    <a:pt x="123" y="455"/>
                    <a:pt x="211" y="326"/>
                  </a:cubicBezTo>
                  <a:cubicBezTo>
                    <a:pt x="298" y="197"/>
                    <a:pt x="365" y="88"/>
                    <a:pt x="410" y="0"/>
                  </a:cubicBezTo>
                  <a:close/>
                </a:path>
              </a:pathLst>
            </a:custGeom>
            <a:grpFill/>
          </p:spPr>
        </p:pic>
        <p:pic>
          <p:nvPicPr>
            <p:cNvPr id="21" name="图片 20" descr="1 (1)"/>
            <p:cNvPicPr>
              <a:picLocks noChangeAspect="1"/>
            </p:cNvPicPr>
            <p:nvPr/>
          </p:nvPicPr>
          <p:blipFill>
            <a:blip r:embed="rId5">
              <a:lum bright="64000" contrast="-76000"/>
            </a:blip>
            <a:srcRect l="63354" t="29123" r="33629" b="65646"/>
            <a:stretch>
              <a:fillRect/>
            </a:stretch>
          </p:blipFill>
          <p:spPr>
            <a:xfrm rot="540000">
              <a:off x="9794" y="3742"/>
              <a:ext cx="511" cy="550"/>
            </a:xfrm>
            <a:custGeom>
              <a:avLst/>
              <a:gdLst/>
              <a:ahLst/>
              <a:cxnLst>
                <a:cxn ang="3">
                  <a:pos x="hc" y="t"/>
                </a:cxn>
                <a:cxn ang="cd2">
                  <a:pos x="l" y="vc"/>
                </a:cxn>
                <a:cxn ang="cd4">
                  <a:pos x="hc" y="b"/>
                </a:cxn>
                <a:cxn ang="0">
                  <a:pos x="r" y="vc"/>
                </a:cxn>
              </a:cxnLst>
              <a:rect l="l" t="t" r="r" b="b"/>
              <a:pathLst>
                <a:path w="511" h="550">
                  <a:moveTo>
                    <a:pt x="0" y="0"/>
                  </a:moveTo>
                  <a:lnTo>
                    <a:pt x="149" y="0"/>
                  </a:lnTo>
                  <a:lnTo>
                    <a:pt x="149" y="146"/>
                  </a:lnTo>
                  <a:cubicBezTo>
                    <a:pt x="235" y="103"/>
                    <a:pt x="316" y="59"/>
                    <a:pt x="391" y="13"/>
                  </a:cubicBezTo>
                  <a:lnTo>
                    <a:pt x="495" y="136"/>
                  </a:lnTo>
                  <a:cubicBezTo>
                    <a:pt x="388" y="187"/>
                    <a:pt x="273" y="238"/>
                    <a:pt x="149" y="289"/>
                  </a:cubicBezTo>
                  <a:lnTo>
                    <a:pt x="149" y="349"/>
                  </a:lnTo>
                  <a:cubicBezTo>
                    <a:pt x="149" y="397"/>
                    <a:pt x="171" y="421"/>
                    <a:pt x="216" y="421"/>
                  </a:cubicBezTo>
                  <a:lnTo>
                    <a:pt x="265" y="421"/>
                  </a:lnTo>
                  <a:cubicBezTo>
                    <a:pt x="299" y="421"/>
                    <a:pt x="322" y="413"/>
                    <a:pt x="333" y="398"/>
                  </a:cubicBezTo>
                  <a:cubicBezTo>
                    <a:pt x="345" y="384"/>
                    <a:pt x="355" y="330"/>
                    <a:pt x="364" y="237"/>
                  </a:cubicBezTo>
                  <a:cubicBezTo>
                    <a:pt x="412" y="256"/>
                    <a:pt x="461" y="275"/>
                    <a:pt x="511" y="294"/>
                  </a:cubicBezTo>
                  <a:cubicBezTo>
                    <a:pt x="496" y="385"/>
                    <a:pt x="482" y="443"/>
                    <a:pt x="468" y="469"/>
                  </a:cubicBezTo>
                  <a:cubicBezTo>
                    <a:pt x="454" y="496"/>
                    <a:pt x="433" y="515"/>
                    <a:pt x="405" y="529"/>
                  </a:cubicBezTo>
                  <a:cubicBezTo>
                    <a:pt x="378" y="542"/>
                    <a:pt x="344" y="549"/>
                    <a:pt x="304" y="550"/>
                  </a:cubicBezTo>
                  <a:lnTo>
                    <a:pt x="180" y="550"/>
                  </a:lnTo>
                  <a:cubicBezTo>
                    <a:pt x="60" y="550"/>
                    <a:pt x="0" y="491"/>
                    <a:pt x="0" y="373"/>
                  </a:cubicBezTo>
                  <a:lnTo>
                    <a:pt x="0" y="0"/>
                  </a:lnTo>
                  <a:close/>
                </a:path>
              </a:pathLst>
            </a:custGeom>
            <a:grpFill/>
          </p:spPr>
        </p:pic>
        <p:pic>
          <p:nvPicPr>
            <p:cNvPr id="22" name="图片 21" descr="1 (1)"/>
            <p:cNvPicPr>
              <a:picLocks noChangeAspect="1"/>
            </p:cNvPicPr>
            <p:nvPr/>
          </p:nvPicPr>
          <p:blipFill>
            <a:blip r:embed="rId5">
              <a:lum bright="64000" contrast="-76000"/>
            </a:blip>
            <a:srcRect l="59860" t="27763" r="37178" b="65501"/>
            <a:stretch>
              <a:fillRect/>
            </a:stretch>
          </p:blipFill>
          <p:spPr>
            <a:xfrm>
              <a:off x="9184" y="3590"/>
              <a:ext cx="502" cy="708"/>
            </a:xfrm>
            <a:custGeom>
              <a:avLst/>
              <a:gdLst/>
              <a:ahLst/>
              <a:cxnLst>
                <a:cxn ang="3">
                  <a:pos x="hc" y="t"/>
                </a:cxn>
                <a:cxn ang="cd2">
                  <a:pos x="l" y="vc"/>
                </a:cxn>
                <a:cxn ang="cd4">
                  <a:pos x="hc" y="b"/>
                </a:cxn>
                <a:cxn ang="0">
                  <a:pos x="r" y="vc"/>
                </a:cxn>
              </a:cxnLst>
              <a:rect l="l" t="t" r="r" b="b"/>
              <a:pathLst>
                <a:path w="502" h="708">
                  <a:moveTo>
                    <a:pt x="146" y="307"/>
                  </a:moveTo>
                  <a:lnTo>
                    <a:pt x="146" y="374"/>
                  </a:lnTo>
                  <a:lnTo>
                    <a:pt x="355" y="374"/>
                  </a:lnTo>
                  <a:lnTo>
                    <a:pt x="355" y="307"/>
                  </a:lnTo>
                  <a:lnTo>
                    <a:pt x="146" y="307"/>
                  </a:lnTo>
                  <a:close/>
                  <a:moveTo>
                    <a:pt x="146" y="127"/>
                  </a:moveTo>
                  <a:lnTo>
                    <a:pt x="146" y="193"/>
                  </a:lnTo>
                  <a:lnTo>
                    <a:pt x="355" y="193"/>
                  </a:lnTo>
                  <a:lnTo>
                    <a:pt x="355" y="127"/>
                  </a:lnTo>
                  <a:lnTo>
                    <a:pt x="146" y="127"/>
                  </a:lnTo>
                  <a:close/>
                  <a:moveTo>
                    <a:pt x="0" y="0"/>
                  </a:moveTo>
                  <a:lnTo>
                    <a:pt x="502" y="0"/>
                  </a:lnTo>
                  <a:lnTo>
                    <a:pt x="502" y="551"/>
                  </a:lnTo>
                  <a:cubicBezTo>
                    <a:pt x="502" y="596"/>
                    <a:pt x="493" y="632"/>
                    <a:pt x="476" y="657"/>
                  </a:cubicBezTo>
                  <a:cubicBezTo>
                    <a:pt x="460" y="682"/>
                    <a:pt x="434" y="696"/>
                    <a:pt x="400" y="701"/>
                  </a:cubicBezTo>
                  <a:cubicBezTo>
                    <a:pt x="366" y="705"/>
                    <a:pt x="311" y="707"/>
                    <a:pt x="234" y="705"/>
                  </a:cubicBezTo>
                  <a:cubicBezTo>
                    <a:pt x="223" y="660"/>
                    <a:pt x="211" y="614"/>
                    <a:pt x="197" y="566"/>
                  </a:cubicBezTo>
                  <a:cubicBezTo>
                    <a:pt x="236" y="568"/>
                    <a:pt x="266" y="570"/>
                    <a:pt x="288" y="570"/>
                  </a:cubicBezTo>
                  <a:cubicBezTo>
                    <a:pt x="319" y="570"/>
                    <a:pt x="338" y="564"/>
                    <a:pt x="345" y="553"/>
                  </a:cubicBezTo>
                  <a:cubicBezTo>
                    <a:pt x="352" y="542"/>
                    <a:pt x="355" y="530"/>
                    <a:pt x="355" y="516"/>
                  </a:cubicBezTo>
                  <a:lnTo>
                    <a:pt x="355" y="488"/>
                  </a:lnTo>
                  <a:lnTo>
                    <a:pt x="146" y="488"/>
                  </a:lnTo>
                  <a:lnTo>
                    <a:pt x="146" y="708"/>
                  </a:lnTo>
                  <a:lnTo>
                    <a:pt x="0" y="708"/>
                  </a:lnTo>
                  <a:lnTo>
                    <a:pt x="0" y="0"/>
                  </a:lnTo>
                  <a:close/>
                </a:path>
              </a:pathLst>
            </a:custGeom>
            <a:grpFill/>
          </p:spPr>
        </p:pic>
      </p:grpSp>
      <p:grpSp>
        <p:nvGrpSpPr>
          <p:cNvPr id="43" name="组合 42"/>
          <p:cNvGrpSpPr/>
          <p:nvPr userDrawn="1"/>
        </p:nvGrpSpPr>
        <p:grpSpPr>
          <a:xfrm>
            <a:off x="9071610" y="6237605"/>
            <a:ext cx="3510915" cy="841375"/>
            <a:chOff x="13236" y="8983"/>
            <a:chExt cx="5529" cy="1325"/>
          </a:xfrm>
        </p:grpSpPr>
        <p:pic>
          <p:nvPicPr>
            <p:cNvPr id="37" name="图片 36" descr="1 (1)"/>
            <p:cNvPicPr>
              <a:picLocks noChangeAspect="1"/>
            </p:cNvPicPr>
            <p:nvPr/>
          </p:nvPicPr>
          <p:blipFill>
            <a:blip r:embed="rId5">
              <a:lum bright="70000" contrast="-82000"/>
            </a:blip>
            <a:srcRect l="42019" t="36413" r="54195" b="52746"/>
            <a:stretch>
              <a:fillRect/>
            </a:stretch>
          </p:blipFill>
          <p:spPr>
            <a:xfrm>
              <a:off x="14542" y="8983"/>
              <a:ext cx="702" cy="1247"/>
            </a:xfrm>
            <a:custGeom>
              <a:avLst/>
              <a:gdLst/>
              <a:ahLst/>
              <a:cxnLst>
                <a:cxn ang="3">
                  <a:pos x="hc" y="t"/>
                </a:cxn>
                <a:cxn ang="cd2">
                  <a:pos x="l" y="vc"/>
                </a:cxn>
                <a:cxn ang="cd4">
                  <a:pos x="hc" y="b"/>
                </a:cxn>
                <a:cxn ang="0">
                  <a:pos x="r" y="vc"/>
                </a:cxn>
              </a:cxnLst>
              <a:rect l="l" t="t" r="r" b="b"/>
              <a:pathLst>
                <a:path w="641" h="1139">
                  <a:moveTo>
                    <a:pt x="383" y="0"/>
                  </a:moveTo>
                  <a:cubicBezTo>
                    <a:pt x="395" y="30"/>
                    <a:pt x="406" y="66"/>
                    <a:pt x="418" y="107"/>
                  </a:cubicBezTo>
                  <a:lnTo>
                    <a:pt x="615" y="107"/>
                  </a:lnTo>
                  <a:lnTo>
                    <a:pt x="615" y="238"/>
                  </a:lnTo>
                  <a:lnTo>
                    <a:pt x="455" y="238"/>
                  </a:lnTo>
                  <a:cubicBezTo>
                    <a:pt x="476" y="248"/>
                    <a:pt x="518" y="266"/>
                    <a:pt x="580" y="293"/>
                  </a:cubicBezTo>
                  <a:cubicBezTo>
                    <a:pt x="567" y="313"/>
                    <a:pt x="547" y="343"/>
                    <a:pt x="520" y="383"/>
                  </a:cubicBezTo>
                  <a:lnTo>
                    <a:pt x="641" y="383"/>
                  </a:lnTo>
                  <a:lnTo>
                    <a:pt x="641" y="514"/>
                  </a:lnTo>
                  <a:lnTo>
                    <a:pt x="414" y="514"/>
                  </a:lnTo>
                  <a:lnTo>
                    <a:pt x="414" y="591"/>
                  </a:lnTo>
                  <a:lnTo>
                    <a:pt x="620" y="591"/>
                  </a:lnTo>
                  <a:lnTo>
                    <a:pt x="620" y="722"/>
                  </a:lnTo>
                  <a:lnTo>
                    <a:pt x="414" y="722"/>
                  </a:lnTo>
                  <a:lnTo>
                    <a:pt x="414" y="1004"/>
                  </a:lnTo>
                  <a:cubicBezTo>
                    <a:pt x="414" y="1041"/>
                    <a:pt x="406" y="1069"/>
                    <a:pt x="391" y="1090"/>
                  </a:cubicBezTo>
                  <a:cubicBezTo>
                    <a:pt x="375" y="1112"/>
                    <a:pt x="354" y="1125"/>
                    <a:pt x="326" y="1131"/>
                  </a:cubicBezTo>
                  <a:cubicBezTo>
                    <a:pt x="299" y="1136"/>
                    <a:pt x="248" y="1139"/>
                    <a:pt x="173" y="1139"/>
                  </a:cubicBezTo>
                  <a:cubicBezTo>
                    <a:pt x="170" y="1093"/>
                    <a:pt x="162" y="1049"/>
                    <a:pt x="150" y="1007"/>
                  </a:cubicBezTo>
                  <a:lnTo>
                    <a:pt x="125" y="1059"/>
                  </a:lnTo>
                  <a:cubicBezTo>
                    <a:pt x="95" y="1041"/>
                    <a:pt x="53" y="1021"/>
                    <a:pt x="0" y="1001"/>
                  </a:cubicBezTo>
                  <a:cubicBezTo>
                    <a:pt x="39" y="927"/>
                    <a:pt x="73" y="841"/>
                    <a:pt x="102" y="743"/>
                  </a:cubicBezTo>
                  <a:lnTo>
                    <a:pt x="233" y="783"/>
                  </a:lnTo>
                  <a:cubicBezTo>
                    <a:pt x="212" y="854"/>
                    <a:pt x="187" y="922"/>
                    <a:pt x="158" y="988"/>
                  </a:cubicBezTo>
                  <a:cubicBezTo>
                    <a:pt x="177" y="989"/>
                    <a:pt x="196" y="990"/>
                    <a:pt x="216" y="990"/>
                  </a:cubicBezTo>
                  <a:cubicBezTo>
                    <a:pt x="245" y="990"/>
                    <a:pt x="261" y="973"/>
                    <a:pt x="261" y="938"/>
                  </a:cubicBezTo>
                  <a:lnTo>
                    <a:pt x="261" y="722"/>
                  </a:lnTo>
                  <a:lnTo>
                    <a:pt x="41" y="722"/>
                  </a:lnTo>
                  <a:lnTo>
                    <a:pt x="41" y="591"/>
                  </a:lnTo>
                  <a:lnTo>
                    <a:pt x="261" y="591"/>
                  </a:lnTo>
                  <a:lnTo>
                    <a:pt x="261" y="514"/>
                  </a:lnTo>
                  <a:lnTo>
                    <a:pt x="22" y="514"/>
                  </a:lnTo>
                  <a:lnTo>
                    <a:pt x="22" y="383"/>
                  </a:lnTo>
                  <a:lnTo>
                    <a:pt x="148" y="383"/>
                  </a:lnTo>
                  <a:cubicBezTo>
                    <a:pt x="132" y="351"/>
                    <a:pt x="115" y="321"/>
                    <a:pt x="97" y="292"/>
                  </a:cubicBezTo>
                  <a:lnTo>
                    <a:pt x="225" y="240"/>
                  </a:lnTo>
                  <a:cubicBezTo>
                    <a:pt x="256" y="292"/>
                    <a:pt x="282" y="340"/>
                    <a:pt x="304" y="383"/>
                  </a:cubicBezTo>
                  <a:lnTo>
                    <a:pt x="355" y="383"/>
                  </a:lnTo>
                  <a:cubicBezTo>
                    <a:pt x="394" y="318"/>
                    <a:pt x="420" y="270"/>
                    <a:pt x="435" y="238"/>
                  </a:cubicBezTo>
                  <a:lnTo>
                    <a:pt x="43" y="238"/>
                  </a:lnTo>
                  <a:lnTo>
                    <a:pt x="43" y="107"/>
                  </a:lnTo>
                  <a:lnTo>
                    <a:pt x="252" y="107"/>
                  </a:lnTo>
                  <a:cubicBezTo>
                    <a:pt x="241" y="78"/>
                    <a:pt x="231" y="52"/>
                    <a:pt x="221" y="29"/>
                  </a:cubicBezTo>
                  <a:lnTo>
                    <a:pt x="383" y="0"/>
                  </a:lnTo>
                  <a:close/>
                </a:path>
              </a:pathLst>
            </a:custGeom>
          </p:spPr>
        </p:pic>
        <p:pic>
          <p:nvPicPr>
            <p:cNvPr id="38" name="图片 37" descr="1 (1)"/>
            <p:cNvPicPr>
              <a:picLocks noChangeAspect="1"/>
            </p:cNvPicPr>
            <p:nvPr/>
          </p:nvPicPr>
          <p:blipFill>
            <a:blip r:embed="rId5">
              <a:lum bright="70000" contrast="-82000"/>
            </a:blip>
            <a:srcRect l="44490" t="36547" r="51026" b="52456"/>
            <a:stretch>
              <a:fillRect/>
            </a:stretch>
          </p:blipFill>
          <p:spPr>
            <a:xfrm rot="180000">
              <a:off x="15050" y="9043"/>
              <a:ext cx="831" cy="1265"/>
            </a:xfrm>
            <a:custGeom>
              <a:avLst/>
              <a:gdLst/>
              <a:ahLst/>
              <a:cxnLst>
                <a:cxn ang="3">
                  <a:pos x="hc" y="t"/>
                </a:cxn>
                <a:cxn ang="cd2">
                  <a:pos x="l" y="vc"/>
                </a:cxn>
                <a:cxn ang="cd4">
                  <a:pos x="hc" y="b"/>
                </a:cxn>
                <a:cxn ang="0">
                  <a:pos x="r" y="vc"/>
                </a:cxn>
              </a:cxnLst>
              <a:rect l="l" t="t" r="r" b="b"/>
              <a:pathLst>
                <a:path w="759" h="1155">
                  <a:moveTo>
                    <a:pt x="693" y="0"/>
                  </a:moveTo>
                  <a:lnTo>
                    <a:pt x="759" y="154"/>
                  </a:lnTo>
                  <a:cubicBezTo>
                    <a:pt x="654" y="182"/>
                    <a:pt x="538" y="202"/>
                    <a:pt x="413" y="213"/>
                  </a:cubicBezTo>
                  <a:lnTo>
                    <a:pt x="413" y="369"/>
                  </a:lnTo>
                  <a:lnTo>
                    <a:pt x="759" y="369"/>
                  </a:lnTo>
                  <a:lnTo>
                    <a:pt x="759" y="523"/>
                  </a:lnTo>
                  <a:lnTo>
                    <a:pt x="670" y="523"/>
                  </a:lnTo>
                  <a:lnTo>
                    <a:pt x="670" y="1132"/>
                  </a:lnTo>
                  <a:lnTo>
                    <a:pt x="516" y="1132"/>
                  </a:lnTo>
                  <a:lnTo>
                    <a:pt x="516" y="523"/>
                  </a:lnTo>
                  <a:lnTo>
                    <a:pt x="413" y="523"/>
                  </a:lnTo>
                  <a:lnTo>
                    <a:pt x="413" y="589"/>
                  </a:lnTo>
                  <a:cubicBezTo>
                    <a:pt x="413" y="837"/>
                    <a:pt x="359" y="1025"/>
                    <a:pt x="252" y="1155"/>
                  </a:cubicBezTo>
                  <a:cubicBezTo>
                    <a:pt x="199" y="1109"/>
                    <a:pt x="150" y="1070"/>
                    <a:pt x="104" y="1038"/>
                  </a:cubicBezTo>
                  <a:cubicBezTo>
                    <a:pt x="149" y="999"/>
                    <a:pt x="184" y="950"/>
                    <a:pt x="209" y="891"/>
                  </a:cubicBezTo>
                  <a:lnTo>
                    <a:pt x="89" y="959"/>
                  </a:lnTo>
                  <a:cubicBezTo>
                    <a:pt x="62" y="897"/>
                    <a:pt x="32" y="839"/>
                    <a:pt x="0" y="785"/>
                  </a:cubicBezTo>
                  <a:lnTo>
                    <a:pt x="113" y="729"/>
                  </a:lnTo>
                  <a:cubicBezTo>
                    <a:pt x="140" y="766"/>
                    <a:pt x="172" y="820"/>
                    <a:pt x="209" y="890"/>
                  </a:cubicBezTo>
                  <a:cubicBezTo>
                    <a:pt x="242" y="814"/>
                    <a:pt x="258" y="721"/>
                    <a:pt x="258" y="613"/>
                  </a:cubicBezTo>
                  <a:lnTo>
                    <a:pt x="258" y="86"/>
                  </a:lnTo>
                  <a:cubicBezTo>
                    <a:pt x="436" y="68"/>
                    <a:pt x="581" y="39"/>
                    <a:pt x="693" y="0"/>
                  </a:cubicBezTo>
                  <a:close/>
                </a:path>
              </a:pathLst>
            </a:custGeom>
          </p:spPr>
        </p:pic>
        <p:pic>
          <p:nvPicPr>
            <p:cNvPr id="39" name="图片 38" descr="1 (1)"/>
            <p:cNvPicPr>
              <a:picLocks noChangeAspect="1"/>
            </p:cNvPicPr>
            <p:nvPr/>
          </p:nvPicPr>
          <p:blipFill>
            <a:blip r:embed="rId5">
              <a:lum bright="70000" contrast="-82000"/>
            </a:blip>
            <a:srcRect l="59964" t="36870" r="33815" b="57531"/>
            <a:stretch>
              <a:fillRect/>
            </a:stretch>
          </p:blipFill>
          <p:spPr>
            <a:xfrm rot="21180000">
              <a:off x="17551" y="9002"/>
              <a:ext cx="1154" cy="644"/>
            </a:xfrm>
            <a:custGeom>
              <a:avLst/>
              <a:gdLst/>
              <a:ahLst/>
              <a:cxnLst>
                <a:cxn ang="3">
                  <a:pos x="hc" y="t"/>
                </a:cxn>
                <a:cxn ang="cd2">
                  <a:pos x="l" y="vc"/>
                </a:cxn>
                <a:cxn ang="cd4">
                  <a:pos x="hc" y="b"/>
                </a:cxn>
                <a:cxn ang="0">
                  <a:pos x="r" y="vc"/>
                </a:cxn>
              </a:cxnLst>
              <a:rect l="l" t="t" r="r" b="b"/>
              <a:pathLst>
                <a:path w="1054" h="588">
                  <a:moveTo>
                    <a:pt x="164" y="139"/>
                  </a:moveTo>
                  <a:lnTo>
                    <a:pt x="164" y="227"/>
                  </a:lnTo>
                  <a:lnTo>
                    <a:pt x="725" y="227"/>
                  </a:lnTo>
                  <a:lnTo>
                    <a:pt x="725" y="139"/>
                  </a:lnTo>
                  <a:lnTo>
                    <a:pt x="164" y="139"/>
                  </a:lnTo>
                  <a:close/>
                  <a:moveTo>
                    <a:pt x="0" y="0"/>
                  </a:moveTo>
                  <a:lnTo>
                    <a:pt x="889" y="0"/>
                  </a:lnTo>
                  <a:lnTo>
                    <a:pt x="889" y="356"/>
                  </a:lnTo>
                  <a:lnTo>
                    <a:pt x="164" y="356"/>
                  </a:lnTo>
                  <a:lnTo>
                    <a:pt x="164" y="363"/>
                  </a:lnTo>
                  <a:cubicBezTo>
                    <a:pt x="164" y="420"/>
                    <a:pt x="193" y="448"/>
                    <a:pt x="252" y="448"/>
                  </a:cubicBezTo>
                  <a:lnTo>
                    <a:pt x="783" y="448"/>
                  </a:lnTo>
                  <a:cubicBezTo>
                    <a:pt x="814" y="448"/>
                    <a:pt x="839" y="442"/>
                    <a:pt x="857" y="432"/>
                  </a:cubicBezTo>
                  <a:cubicBezTo>
                    <a:pt x="875" y="421"/>
                    <a:pt x="887" y="406"/>
                    <a:pt x="892" y="386"/>
                  </a:cubicBezTo>
                  <a:cubicBezTo>
                    <a:pt x="897" y="367"/>
                    <a:pt x="904" y="326"/>
                    <a:pt x="911" y="265"/>
                  </a:cubicBezTo>
                  <a:cubicBezTo>
                    <a:pt x="954" y="280"/>
                    <a:pt x="1002" y="296"/>
                    <a:pt x="1054" y="311"/>
                  </a:cubicBezTo>
                  <a:cubicBezTo>
                    <a:pt x="1038" y="395"/>
                    <a:pt x="1025" y="450"/>
                    <a:pt x="1016" y="477"/>
                  </a:cubicBezTo>
                  <a:cubicBezTo>
                    <a:pt x="1007" y="504"/>
                    <a:pt x="994" y="526"/>
                    <a:pt x="977" y="541"/>
                  </a:cubicBezTo>
                  <a:cubicBezTo>
                    <a:pt x="960" y="557"/>
                    <a:pt x="938" y="569"/>
                    <a:pt x="911" y="577"/>
                  </a:cubicBezTo>
                  <a:cubicBezTo>
                    <a:pt x="885" y="584"/>
                    <a:pt x="853" y="588"/>
                    <a:pt x="817" y="588"/>
                  </a:cubicBezTo>
                  <a:lnTo>
                    <a:pt x="214" y="588"/>
                  </a:lnTo>
                  <a:cubicBezTo>
                    <a:pt x="71" y="588"/>
                    <a:pt x="0" y="520"/>
                    <a:pt x="0" y="383"/>
                  </a:cubicBezTo>
                  <a:lnTo>
                    <a:pt x="0" y="0"/>
                  </a:lnTo>
                  <a:close/>
                </a:path>
              </a:pathLst>
            </a:custGeom>
          </p:spPr>
        </p:pic>
        <p:pic>
          <p:nvPicPr>
            <p:cNvPr id="40" name="图片 39" descr="1 (1)"/>
            <p:cNvPicPr>
              <a:picLocks noChangeAspect="1"/>
            </p:cNvPicPr>
            <p:nvPr/>
          </p:nvPicPr>
          <p:blipFill>
            <a:blip r:embed="rId5">
              <a:lum bright="70000" contrast="-82000"/>
            </a:blip>
            <a:srcRect l="50857" t="36970" r="43102" b="52501"/>
            <a:stretch>
              <a:fillRect/>
            </a:stretch>
          </p:blipFill>
          <p:spPr>
            <a:xfrm rot="480000">
              <a:off x="16113" y="9057"/>
              <a:ext cx="1120" cy="1211"/>
            </a:xfrm>
            <a:custGeom>
              <a:avLst/>
              <a:gdLst/>
              <a:ahLst/>
              <a:cxnLst>
                <a:cxn ang="3">
                  <a:pos x="hc" y="t"/>
                </a:cxn>
                <a:cxn ang="cd2">
                  <a:pos x="l" y="vc"/>
                </a:cxn>
                <a:cxn ang="cd4">
                  <a:pos x="hc" y="b"/>
                </a:cxn>
                <a:cxn ang="0">
                  <a:pos x="r" y="vc"/>
                </a:cxn>
              </a:cxnLst>
              <a:rect l="l" t="t" r="r" b="b"/>
              <a:pathLst>
                <a:path w="1023" h="1106">
                  <a:moveTo>
                    <a:pt x="334" y="454"/>
                  </a:moveTo>
                  <a:cubicBezTo>
                    <a:pt x="334" y="476"/>
                    <a:pt x="333" y="522"/>
                    <a:pt x="332" y="591"/>
                  </a:cubicBezTo>
                  <a:lnTo>
                    <a:pt x="850" y="591"/>
                  </a:lnTo>
                  <a:lnTo>
                    <a:pt x="850" y="454"/>
                  </a:lnTo>
                  <a:lnTo>
                    <a:pt x="334" y="454"/>
                  </a:lnTo>
                  <a:close/>
                  <a:moveTo>
                    <a:pt x="334" y="158"/>
                  </a:moveTo>
                  <a:lnTo>
                    <a:pt x="334" y="295"/>
                  </a:lnTo>
                  <a:lnTo>
                    <a:pt x="850" y="295"/>
                  </a:lnTo>
                  <a:lnTo>
                    <a:pt x="850" y="158"/>
                  </a:lnTo>
                  <a:lnTo>
                    <a:pt x="334" y="158"/>
                  </a:lnTo>
                  <a:close/>
                  <a:moveTo>
                    <a:pt x="161" y="0"/>
                  </a:moveTo>
                  <a:lnTo>
                    <a:pt x="1023" y="0"/>
                  </a:lnTo>
                  <a:lnTo>
                    <a:pt x="1023" y="875"/>
                  </a:lnTo>
                  <a:cubicBezTo>
                    <a:pt x="1023" y="944"/>
                    <a:pt x="1009" y="996"/>
                    <a:pt x="980" y="1031"/>
                  </a:cubicBezTo>
                  <a:cubicBezTo>
                    <a:pt x="951" y="1067"/>
                    <a:pt x="911" y="1086"/>
                    <a:pt x="859" y="1089"/>
                  </a:cubicBezTo>
                  <a:cubicBezTo>
                    <a:pt x="808" y="1092"/>
                    <a:pt x="722" y="1093"/>
                    <a:pt x="601" y="1092"/>
                  </a:cubicBezTo>
                  <a:cubicBezTo>
                    <a:pt x="589" y="1031"/>
                    <a:pt x="574" y="971"/>
                    <a:pt x="555" y="912"/>
                  </a:cubicBezTo>
                  <a:cubicBezTo>
                    <a:pt x="633" y="916"/>
                    <a:pt x="700" y="919"/>
                    <a:pt x="758" y="919"/>
                  </a:cubicBezTo>
                  <a:cubicBezTo>
                    <a:pt x="819" y="919"/>
                    <a:pt x="850" y="890"/>
                    <a:pt x="850" y="833"/>
                  </a:cubicBezTo>
                  <a:lnTo>
                    <a:pt x="850" y="749"/>
                  </a:lnTo>
                  <a:lnTo>
                    <a:pt x="323" y="749"/>
                  </a:lnTo>
                  <a:cubicBezTo>
                    <a:pt x="313" y="835"/>
                    <a:pt x="295" y="903"/>
                    <a:pt x="267" y="954"/>
                  </a:cubicBezTo>
                  <a:cubicBezTo>
                    <a:pt x="239" y="1006"/>
                    <a:pt x="201" y="1056"/>
                    <a:pt x="152" y="1106"/>
                  </a:cubicBezTo>
                  <a:cubicBezTo>
                    <a:pt x="101" y="1060"/>
                    <a:pt x="50" y="1017"/>
                    <a:pt x="0" y="977"/>
                  </a:cubicBezTo>
                  <a:cubicBezTo>
                    <a:pt x="70" y="907"/>
                    <a:pt x="114" y="837"/>
                    <a:pt x="133" y="768"/>
                  </a:cubicBezTo>
                  <a:cubicBezTo>
                    <a:pt x="151" y="700"/>
                    <a:pt x="161" y="596"/>
                    <a:pt x="161" y="456"/>
                  </a:cubicBezTo>
                  <a:lnTo>
                    <a:pt x="161" y="0"/>
                  </a:lnTo>
                  <a:close/>
                </a:path>
              </a:pathLst>
            </a:custGeom>
          </p:spPr>
        </p:pic>
        <p:pic>
          <p:nvPicPr>
            <p:cNvPr id="41" name="图片 40" descr="1 (1)"/>
            <p:cNvPicPr>
              <a:picLocks noChangeAspect="1"/>
            </p:cNvPicPr>
            <p:nvPr/>
          </p:nvPicPr>
          <p:blipFill>
            <a:blip r:embed="rId5">
              <a:lum bright="70000" contrast="-82000"/>
            </a:blip>
            <a:srcRect l="34220" t="37082" r="60314" b="52657"/>
            <a:stretch>
              <a:fillRect/>
            </a:stretch>
          </p:blipFill>
          <p:spPr>
            <a:xfrm rot="21360000">
              <a:off x="13236" y="9084"/>
              <a:ext cx="1014" cy="1180"/>
            </a:xfrm>
            <a:custGeom>
              <a:avLst/>
              <a:gdLst/>
              <a:ahLst/>
              <a:cxnLst>
                <a:cxn ang="3">
                  <a:pos x="hc" y="t"/>
                </a:cxn>
                <a:cxn ang="cd2">
                  <a:pos x="l" y="vc"/>
                </a:cxn>
                <a:cxn ang="cd4">
                  <a:pos x="hc" y="b"/>
                </a:cxn>
                <a:cxn ang="0">
                  <a:pos x="r" y="vc"/>
                </a:cxn>
              </a:cxnLst>
              <a:rect l="l" t="t" r="r" b="b"/>
              <a:pathLst>
                <a:path w="926" h="1078">
                  <a:moveTo>
                    <a:pt x="180" y="574"/>
                  </a:moveTo>
                  <a:lnTo>
                    <a:pt x="180" y="830"/>
                  </a:lnTo>
                  <a:lnTo>
                    <a:pt x="745" y="830"/>
                  </a:lnTo>
                  <a:lnTo>
                    <a:pt x="745" y="574"/>
                  </a:lnTo>
                  <a:lnTo>
                    <a:pt x="180" y="574"/>
                  </a:lnTo>
                  <a:close/>
                  <a:moveTo>
                    <a:pt x="180" y="166"/>
                  </a:moveTo>
                  <a:lnTo>
                    <a:pt x="180" y="413"/>
                  </a:lnTo>
                  <a:lnTo>
                    <a:pt x="745" y="413"/>
                  </a:lnTo>
                  <a:lnTo>
                    <a:pt x="745" y="166"/>
                  </a:lnTo>
                  <a:lnTo>
                    <a:pt x="180" y="166"/>
                  </a:lnTo>
                  <a:close/>
                  <a:moveTo>
                    <a:pt x="0" y="0"/>
                  </a:moveTo>
                  <a:lnTo>
                    <a:pt x="926" y="0"/>
                  </a:lnTo>
                  <a:lnTo>
                    <a:pt x="926" y="1078"/>
                  </a:lnTo>
                  <a:lnTo>
                    <a:pt x="745" y="1078"/>
                  </a:lnTo>
                  <a:lnTo>
                    <a:pt x="745" y="996"/>
                  </a:lnTo>
                  <a:lnTo>
                    <a:pt x="180" y="996"/>
                  </a:lnTo>
                  <a:lnTo>
                    <a:pt x="180" y="1078"/>
                  </a:lnTo>
                  <a:lnTo>
                    <a:pt x="0" y="1078"/>
                  </a:lnTo>
                  <a:lnTo>
                    <a:pt x="0" y="0"/>
                  </a:lnTo>
                  <a:close/>
                </a:path>
              </a:pathLst>
            </a:custGeom>
          </p:spPr>
        </p:pic>
        <p:pic>
          <p:nvPicPr>
            <p:cNvPr id="42" name="图片 41" descr="1 (1)"/>
            <p:cNvPicPr>
              <a:picLocks noChangeAspect="1"/>
            </p:cNvPicPr>
            <p:nvPr/>
          </p:nvPicPr>
          <p:blipFill>
            <a:blip r:embed="rId5">
              <a:lum bright="70000" contrast="-82000"/>
            </a:blip>
            <a:srcRect l="59383" t="42636" r="33863" b="52490"/>
            <a:stretch>
              <a:fillRect/>
            </a:stretch>
          </p:blipFill>
          <p:spPr>
            <a:xfrm>
              <a:off x="17512" y="9682"/>
              <a:ext cx="1253" cy="561"/>
            </a:xfrm>
            <a:custGeom>
              <a:avLst/>
              <a:gdLst/>
              <a:ahLst/>
              <a:cxnLst>
                <a:cxn ang="3">
                  <a:pos x="hc" y="t"/>
                </a:cxn>
                <a:cxn ang="cd2">
                  <a:pos x="l" y="vc"/>
                </a:cxn>
                <a:cxn ang="cd4">
                  <a:pos x="hc" y="b"/>
                </a:cxn>
                <a:cxn ang="0">
                  <a:pos x="r" y="vc"/>
                </a:cxn>
              </a:cxnLst>
              <a:rect l="l" t="t" r="r" b="b"/>
              <a:pathLst>
                <a:path w="1144" h="512">
                  <a:moveTo>
                    <a:pt x="289" y="0"/>
                  </a:moveTo>
                  <a:lnTo>
                    <a:pt x="454" y="0"/>
                  </a:lnTo>
                  <a:cubicBezTo>
                    <a:pt x="454" y="35"/>
                    <a:pt x="453" y="67"/>
                    <a:pt x="451" y="97"/>
                  </a:cubicBezTo>
                  <a:lnTo>
                    <a:pt x="732" y="97"/>
                  </a:lnTo>
                  <a:lnTo>
                    <a:pt x="732" y="0"/>
                  </a:lnTo>
                  <a:lnTo>
                    <a:pt x="892" y="0"/>
                  </a:lnTo>
                  <a:lnTo>
                    <a:pt x="892" y="97"/>
                  </a:lnTo>
                  <a:lnTo>
                    <a:pt x="1144" y="97"/>
                  </a:lnTo>
                  <a:lnTo>
                    <a:pt x="1144" y="236"/>
                  </a:lnTo>
                  <a:lnTo>
                    <a:pt x="892" y="236"/>
                  </a:lnTo>
                  <a:lnTo>
                    <a:pt x="892" y="485"/>
                  </a:lnTo>
                  <a:lnTo>
                    <a:pt x="732" y="485"/>
                  </a:lnTo>
                  <a:lnTo>
                    <a:pt x="732" y="236"/>
                  </a:lnTo>
                  <a:lnTo>
                    <a:pt x="436" y="236"/>
                  </a:lnTo>
                  <a:cubicBezTo>
                    <a:pt x="420" y="351"/>
                    <a:pt x="341" y="443"/>
                    <a:pt x="200" y="512"/>
                  </a:cubicBezTo>
                  <a:cubicBezTo>
                    <a:pt x="157" y="472"/>
                    <a:pt x="111" y="435"/>
                    <a:pt x="64" y="401"/>
                  </a:cubicBezTo>
                  <a:cubicBezTo>
                    <a:pt x="179" y="352"/>
                    <a:pt x="245" y="297"/>
                    <a:pt x="264" y="236"/>
                  </a:cubicBezTo>
                  <a:lnTo>
                    <a:pt x="0" y="236"/>
                  </a:lnTo>
                  <a:lnTo>
                    <a:pt x="0" y="97"/>
                  </a:lnTo>
                  <a:lnTo>
                    <a:pt x="288" y="97"/>
                  </a:lnTo>
                  <a:cubicBezTo>
                    <a:pt x="290" y="68"/>
                    <a:pt x="290" y="36"/>
                    <a:pt x="289" y="0"/>
                  </a:cubicBezTo>
                  <a:close/>
                </a:path>
              </a:pathLst>
            </a:custGeom>
          </p:spPr>
        </p:pic>
      </p:grpSp>
      <p:sp>
        <p:nvSpPr>
          <p:cNvPr id="5" name="矩形 4"/>
          <p:cNvSpPr/>
          <p:nvPr userDrawn="1"/>
        </p:nvSpPr>
        <p:spPr>
          <a:xfrm>
            <a:off x="0" y="0"/>
            <a:ext cx="12192000" cy="6900545"/>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1"/>
            </p:custDataLst>
          </p:nvPr>
        </p:nvSpPr>
        <p:spPr>
          <a:xfrm>
            <a:off x="608400" y="1555200"/>
            <a:ext cx="5233077" cy="4608000"/>
          </a:xfrm>
        </p:spPr>
        <p:txBody>
          <a:bodyPr vert="horz" lIns="90000" tIns="46800" rIns="90000" bIns="46800" rtlCol="0">
            <a:normAutofit/>
          </a:bodyPr>
          <a:lstStyle>
            <a:lvl1pPr>
              <a:buNone/>
              <a:defRPr sz="1600"/>
            </a:lvl1pPr>
          </a:lstStyle>
          <a:p>
            <a:pPr lvl="0"/>
            <a:endParaRPr dirty="0">
              <a:sym typeface="+mn-ea"/>
            </a:endParaRPr>
          </a:p>
        </p:txBody>
      </p:sp>
      <p:sp>
        <p:nvSpPr>
          <p:cNvPr id="4" name="文本占位符 3"/>
          <p:cNvSpPr>
            <a:spLocks noGrp="1"/>
          </p:cNvSpPr>
          <p:nvPr>
            <p:ph type="body" sz="half" idx="2"/>
            <p:custDataLst>
              <p:tags r:id="rId2"/>
            </p:custDataLst>
          </p:nvPr>
        </p:nvSpPr>
        <p:spPr>
          <a:xfrm>
            <a:off x="6350400" y="1555200"/>
            <a:ext cx="5227200" cy="4608000"/>
          </a:xfrm>
        </p:spPr>
        <p:txBody>
          <a:bodyPr vert="horz" lIns="90000" tIns="46800" rIns="90000" bIns="46800" rtlCol="0">
            <a:normAutofit/>
          </a:bodyPr>
          <a:lstStyle>
            <a:lvl1pPr>
              <a:buNone/>
              <a:defRPr sz="1600"/>
            </a:lvl1pPr>
          </a:lstStyle>
          <a:p>
            <a:pPr lvl="0"/>
            <a:r>
              <a:rPr dirty="0">
                <a:sym typeface="+mn-ea"/>
              </a:rPr>
              <a:t>单击此处编辑母版文本样式</a:t>
            </a:r>
          </a:p>
        </p:txBody>
      </p:sp>
      <p:sp>
        <p:nvSpPr>
          <p:cNvPr id="5" name="日期占位符 4"/>
          <p:cNvSpPr>
            <a:spLocks noGrp="1"/>
          </p:cNvSpPr>
          <p:nvPr>
            <p:ph type="dt" sz="half" idx="10"/>
            <p:custDataLst>
              <p:tags r:id="rId3"/>
            </p:custDataLst>
          </p:nvPr>
        </p:nvSpPr>
        <p:spPr/>
        <p:txBody>
          <a:bodyPr/>
          <a:lstStyle/>
          <a:p>
            <a:fld id="{9EFD9D74-47D9-4702-A33C-335B63B48DBF}" type="datetimeFigureOut">
              <a:rPr lang="zh-CN" altLang="en-US" smtClean="0"/>
              <a:t>2024/7/25</a:t>
            </a:fld>
            <a:endParaRPr lang="zh-CN" altLang="en-US" dirty="0"/>
          </a:p>
        </p:txBody>
      </p:sp>
      <p:sp>
        <p:nvSpPr>
          <p:cNvPr id="6" name="页脚占位符 5"/>
          <p:cNvSpPr>
            <a:spLocks noGrp="1"/>
          </p:cNvSpPr>
          <p:nvPr>
            <p:ph type="ftr" sz="quarter" idx="11"/>
            <p:custDataLst>
              <p:tags r:id="rId4"/>
            </p:custDataLst>
          </p:nvPr>
        </p:nvSpPr>
        <p:spPr/>
        <p:txBody>
          <a:bodyPr/>
          <a:lstStyle/>
          <a:p>
            <a:endParaRPr lang="zh-CN" altLang="en-US" dirty="0"/>
          </a:p>
        </p:txBody>
      </p:sp>
      <p:sp>
        <p:nvSpPr>
          <p:cNvPr id="7" name="灯片编号占位符 6"/>
          <p:cNvSpPr>
            <a:spLocks noGrp="1"/>
          </p:cNvSpPr>
          <p:nvPr>
            <p:ph type="sldNum" sz="quarter" idx="12"/>
            <p:custDataLst>
              <p:tags r:id="rId5"/>
            </p:custDataLst>
          </p:nvPr>
        </p:nvSpPr>
        <p:spPr/>
        <p:txBody>
          <a:bodyPr/>
          <a:lstStyle/>
          <a:p>
            <a:fld id="{FABC47A4-756D-490B-A52F-7D9E2C9FC05F}" type="slidenum">
              <a:rPr lang="zh-CN" altLang="en-US" smtClean="0"/>
              <a:t>‹#›</a:t>
            </a:fld>
            <a:endParaRPr lang="zh-CN" altLang="en-US"/>
          </a:p>
        </p:txBody>
      </p:sp>
      <p:sp>
        <p:nvSpPr>
          <p:cNvPr id="9" name="标题 8"/>
          <p:cNvSpPr>
            <a:spLocks noGrp="1"/>
          </p:cNvSpPr>
          <p:nvPr>
            <p:ph type="title"/>
            <p:custDataLst>
              <p:tags r:id="rId6"/>
            </p:custDataLst>
          </p:nvPr>
        </p:nvSpPr>
        <p:spPr/>
        <p:txBody>
          <a:bodyPr/>
          <a:lstStyle/>
          <a:p>
            <a:r>
              <a:rPr lang="zh-CN" altLang="en-US"/>
              <a:t>单击此处编辑母版标题样式</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1"/>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dirty="0">
                <a:sym typeface="+mn-ea"/>
              </a:rPr>
              <a:t>单击此处编辑标题</a:t>
            </a:r>
          </a:p>
        </p:txBody>
      </p:sp>
      <p:sp>
        <p:nvSpPr>
          <p:cNvPr id="3" name="竖排文字占位符 2"/>
          <p:cNvSpPr>
            <a:spLocks noGrp="1"/>
          </p:cNvSpPr>
          <p:nvPr>
            <p:ph type="body" orient="vert" idx="1"/>
            <p:custDataLst>
              <p:tags r:id="rId2"/>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10"/>
            <p:custDataLst>
              <p:tags r:id="rId3"/>
            </p:custDataLst>
          </p:nvPr>
        </p:nvSpPr>
        <p:spPr/>
        <p:txBody>
          <a:bodyPr/>
          <a:lstStyle/>
          <a:p>
            <a:fld id="{760FBDFE-C587-4B4C-A407-44438C67B59E}" type="datetimeFigureOut">
              <a:rPr lang="zh-CN" altLang="en-US" smtClean="0"/>
              <a:t>2024/7/25</a:t>
            </a:fld>
            <a:endParaRPr lang="zh-CN" altLang="en-US"/>
          </a:p>
        </p:txBody>
      </p:sp>
      <p:sp>
        <p:nvSpPr>
          <p:cNvPr id="5" name="页脚占位符 4"/>
          <p:cNvSpPr>
            <a:spLocks noGrp="1"/>
          </p:cNvSpPr>
          <p:nvPr>
            <p:ph type="ftr" sz="quarter" idx="11"/>
            <p:custDataLst>
              <p:tags r:id="rId4"/>
            </p:custDataLst>
          </p:nvPr>
        </p:nvSpPr>
        <p:spPr/>
        <p:txBody>
          <a:bodyPr/>
          <a:lstStyle/>
          <a:p>
            <a:endParaRPr lang="zh-CN" altLang="en-US"/>
          </a:p>
        </p:txBody>
      </p:sp>
      <p:sp>
        <p:nvSpPr>
          <p:cNvPr id="6" name="灯片编号占位符 5"/>
          <p:cNvSpPr>
            <a:spLocks noGrp="1"/>
          </p:cNvSpPr>
          <p:nvPr>
            <p:ph type="sldNum" sz="quarter" idx="12"/>
            <p:custDataLst>
              <p:tags r:id="rId5"/>
            </p:custDataLst>
          </p:nvPr>
        </p:nvSpPr>
        <p:spPr/>
        <p:txBody>
          <a:bodyPr/>
          <a:lstStyle/>
          <a:p>
            <a:fld id="{49AE70B2-8BF9-45C0-BB95-33D1B9D3A854}" type="slidenum">
              <a:rPr lang="zh-CN" altLang="en-US" smtClean="0"/>
              <a:t>‹#›</a:t>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2024/7/25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7" name="内容占位符 6"/>
          <p:cNvSpPr>
            <a:spLocks noGrp="1"/>
          </p:cNvSpPr>
          <p:nvPr>
            <p:ph sz="quarter" idx="13"/>
            <p:custDataLst>
              <p:tags r:id="rId4"/>
            </p:custDataLst>
          </p:nvPr>
        </p:nvSpPr>
        <p:spPr>
          <a:xfrm>
            <a:off x="608400" y="774000"/>
            <a:ext cx="10972800" cy="5482800"/>
          </a:xfrm>
        </p:spPr>
        <p:txBody>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1"/>
            </p:custDataLst>
          </p:nvPr>
        </p:nvSpPr>
        <p:spPr/>
        <p:txBody>
          <a:bodyPr/>
          <a:lstStyle/>
          <a:p>
            <a:fld id="{760FBDFE-C587-4B4C-A407-44438C67B59E}" type="datetimeFigureOut">
              <a:rPr lang="zh-CN" altLang="en-US" smtClean="0"/>
              <a:t>2024/7/25</a:t>
            </a:fld>
            <a:endParaRPr lang="zh-CN" altLang="en-US"/>
          </a:p>
        </p:txBody>
      </p:sp>
      <p:sp>
        <p:nvSpPr>
          <p:cNvPr id="4" name="页脚占位符 3"/>
          <p:cNvSpPr>
            <a:spLocks noGrp="1"/>
          </p:cNvSpPr>
          <p:nvPr>
            <p:ph type="ftr" sz="quarter" idx="11"/>
            <p:custDataLst>
              <p:tags r:id="rId2"/>
            </p:custDataLst>
          </p:nvPr>
        </p:nvSpPr>
        <p:spPr/>
        <p:txBody>
          <a:bodyPr/>
          <a:lstStyle/>
          <a:p>
            <a:endParaRPr lang="zh-CN" altLang="en-US"/>
          </a:p>
        </p:txBody>
      </p:sp>
      <p:sp>
        <p:nvSpPr>
          <p:cNvPr id="5" name="灯片编号占位符 4"/>
          <p:cNvSpPr>
            <a:spLocks noGrp="1"/>
          </p:cNvSpPr>
          <p:nvPr>
            <p:ph type="sldNum" sz="quarter" idx="12"/>
            <p:custDataLst>
              <p:tags r:id="rId3"/>
            </p:custDataLst>
          </p:nvPr>
        </p:nvSpPr>
        <p:spPr/>
        <p:txBody>
          <a:bodyPr/>
          <a:lstStyle/>
          <a:p>
            <a:fld id="{49AE70B2-8BF9-45C0-BB95-33D1B9D3A854}" type="slidenum">
              <a:rPr lang="zh-CN" altLang="en-US" smtClean="0"/>
              <a:t>‹#›</a:t>
            </a:fld>
            <a:endParaRPr lang="zh-CN" altLang="en-US"/>
          </a:p>
        </p:txBody>
      </p:sp>
      <p:sp>
        <p:nvSpPr>
          <p:cNvPr id="2" name="标题 1"/>
          <p:cNvSpPr>
            <a:spLocks noGrp="1"/>
          </p:cNvSpPr>
          <p:nvPr>
            <p:ph type="title" hasCustomPrompt="1"/>
            <p:custDataLst>
              <p:tags r:id="rId4"/>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a:sym typeface="+mn-ea"/>
              </a:rPr>
              <a:t>单击此处编辑标题</a:t>
            </a:r>
          </a:p>
        </p:txBody>
      </p:sp>
      <p:sp>
        <p:nvSpPr>
          <p:cNvPr id="7" name="文本占位符 6"/>
          <p:cNvSpPr>
            <a:spLocks noGrp="1"/>
          </p:cNvSpPr>
          <p:nvPr>
            <p:ph type="body" sz="quarter" idx="13"/>
            <p:custDataLst>
              <p:tags r:id="rId5"/>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ags" Target="../tags/tag1.xml"/><Relationship Id="rId18" Type="http://schemas.openxmlformats.org/officeDocument/2006/relationships/tags" Target="../tags/tag6.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17" Type="http://schemas.openxmlformats.org/officeDocument/2006/relationships/tags" Target="../tags/tag5.xml"/><Relationship Id="rId2" Type="http://schemas.openxmlformats.org/officeDocument/2006/relationships/slideLayout" Target="../slideLayouts/slideLayout2.xml"/><Relationship Id="rId16" Type="http://schemas.openxmlformats.org/officeDocument/2006/relationships/tags" Target="../tags/tag4.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tags" Target="../tags/tag3.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ags" Target="../tags/tag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4"/>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p>
        </p:txBody>
      </p:sp>
      <p:sp>
        <p:nvSpPr>
          <p:cNvPr id="3" name="文本占位符 2"/>
          <p:cNvSpPr>
            <a:spLocks noGrp="1"/>
          </p:cNvSpPr>
          <p:nvPr>
            <p:ph type="body" idx="1"/>
            <p:custDataLst>
              <p:tags r:id="rId15"/>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日期占位符 3"/>
          <p:cNvSpPr>
            <a:spLocks noGrp="1"/>
          </p:cNvSpPr>
          <p:nvPr>
            <p:ph type="dt" sz="half" idx="2"/>
            <p:custDataLst>
              <p:tags r:id="rId16"/>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latin typeface="Arial" panose="020B0604020202020204" pitchFamily="34" charset="0"/>
                <a:ea typeface="微软雅黑" panose="020B0503020204020204" pitchFamily="34" charset="-122"/>
              </a:defRPr>
            </a:lvl1pPr>
          </a:lstStyle>
          <a:p>
            <a:fld id="{760FBDFE-C587-4B4C-A407-44438C67B59E}" type="datetimeFigureOut">
              <a:rPr lang="zh-CN" altLang="en-US" smtClean="0"/>
              <a:t>2024/7/25</a:t>
            </a:fld>
            <a:endParaRPr lang="zh-CN" altLang="en-US"/>
          </a:p>
        </p:txBody>
      </p:sp>
      <p:sp>
        <p:nvSpPr>
          <p:cNvPr id="5" name="页脚占位符 4"/>
          <p:cNvSpPr>
            <a:spLocks noGrp="1"/>
          </p:cNvSpPr>
          <p:nvPr>
            <p:ph type="ftr" sz="quarter" idx="3"/>
            <p:custDataLst>
              <p:tags r:id="rId17"/>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latin typeface="Arial" panose="020B0604020202020204" pitchFamily="34" charset="0"/>
                <a:ea typeface="微软雅黑" panose="020B0503020204020204" pitchFamily="34" charset="-122"/>
              </a:defRPr>
            </a:lvl1pPr>
          </a:lstStyle>
          <a:p>
            <a:endParaRPr lang="zh-CN" altLang="en-US" dirty="0"/>
          </a:p>
        </p:txBody>
      </p:sp>
      <p:sp>
        <p:nvSpPr>
          <p:cNvPr id="6" name="灯片编号占位符 5"/>
          <p:cNvSpPr>
            <a:spLocks noGrp="1"/>
          </p:cNvSpPr>
          <p:nvPr>
            <p:ph type="sldNum" sz="quarter" idx="4"/>
            <p:custDataLst>
              <p:tags r:id="rId18"/>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latin typeface="Arial" panose="020B0604020202020204" pitchFamily="34" charset="0"/>
                <a:ea typeface="微软雅黑" panose="020B0503020204020204" pitchFamily="34" charset="-122"/>
              </a:defRPr>
            </a:lvl1pPr>
          </a:lstStyle>
          <a:p>
            <a:fld id="{49AE70B2-8BF9-45C0-BB95-33D1B9D3A854}" type="slidenum">
              <a:rPr lang="zh-CN" altLang="en-US" smtClean="0"/>
              <a:t>‹#›</a:t>
            </a:fld>
            <a:endParaRPr lang="zh-CN" altLang="en-US" dirty="0"/>
          </a:p>
        </p:txBody>
      </p:sp>
    </p:spTree>
    <p:custDataLst>
      <p:tags r:id="rId13"/>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Arial" panose="020B0604020202020204" pitchFamily="34" charset="0"/>
          <a:ea typeface="微软雅黑" panose="020B0503020204020204" pitchFamily="3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Arial" panose="020B0604020202020204" pitchFamily="34" charset="0"/>
          <a:ea typeface="微软雅黑" panose="020B0503020204020204" pitchFamily="3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66.xml"/></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7.xml"/><Relationship Id="rId1" Type="http://schemas.openxmlformats.org/officeDocument/2006/relationships/tags" Target="../tags/tag67.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68.xml"/></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7.xml"/><Relationship Id="rId1" Type="http://schemas.openxmlformats.org/officeDocument/2006/relationships/tags" Target="../tags/tag69.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70.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6.xml"/><Relationship Id="rId1" Type="http://schemas.openxmlformats.org/officeDocument/2006/relationships/tags" Target="../tags/tag71.xml"/></Relationships>
</file>

<file path=ppt/slides/_rels/slide12.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72.xml"/><Relationship Id="rId5" Type="http://schemas.openxmlformats.org/officeDocument/2006/relationships/image" Target="../media/image10.png"/><Relationship Id="rId4" Type="http://schemas.openxmlformats.org/officeDocument/2006/relationships/image" Target="../media/image9.svg"/></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7.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14.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tags" Target="../tags/tag74.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15.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slideLayout" Target="../slideLayouts/slideLayout7.xml"/><Relationship Id="rId1" Type="http://schemas.openxmlformats.org/officeDocument/2006/relationships/tags" Target="../tags/tag75.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svg"/></Relationships>
</file>

<file path=ppt/slides/_rels/slide16.xml.rels><?xml version="1.0" encoding="UTF-8" standalone="yes"?>
<Relationships xmlns="http://schemas.openxmlformats.org/package/2006/relationships"><Relationship Id="rId8" Type="http://schemas.openxmlformats.org/officeDocument/2006/relationships/tags" Target="../tags/tag83.xml"/><Relationship Id="rId13" Type="http://schemas.openxmlformats.org/officeDocument/2006/relationships/tags" Target="../tags/tag88.xml"/><Relationship Id="rId18" Type="http://schemas.openxmlformats.org/officeDocument/2006/relationships/image" Target="../media/image14.png"/><Relationship Id="rId3" Type="http://schemas.openxmlformats.org/officeDocument/2006/relationships/tags" Target="../tags/tag78.xml"/><Relationship Id="rId7" Type="http://schemas.openxmlformats.org/officeDocument/2006/relationships/tags" Target="../tags/tag82.xml"/><Relationship Id="rId12" Type="http://schemas.openxmlformats.org/officeDocument/2006/relationships/tags" Target="../tags/tag87.xml"/><Relationship Id="rId17" Type="http://schemas.openxmlformats.org/officeDocument/2006/relationships/chart" Target="../charts/chart3.xml"/><Relationship Id="rId2" Type="http://schemas.openxmlformats.org/officeDocument/2006/relationships/tags" Target="../tags/tag77.xml"/><Relationship Id="rId16" Type="http://schemas.openxmlformats.org/officeDocument/2006/relationships/chart" Target="../charts/chart2.xml"/><Relationship Id="rId1" Type="http://schemas.openxmlformats.org/officeDocument/2006/relationships/tags" Target="../tags/tag76.xml"/><Relationship Id="rId6" Type="http://schemas.openxmlformats.org/officeDocument/2006/relationships/tags" Target="../tags/tag81.xml"/><Relationship Id="rId11" Type="http://schemas.openxmlformats.org/officeDocument/2006/relationships/tags" Target="../tags/tag86.xml"/><Relationship Id="rId5" Type="http://schemas.openxmlformats.org/officeDocument/2006/relationships/tags" Target="../tags/tag80.xml"/><Relationship Id="rId15" Type="http://schemas.openxmlformats.org/officeDocument/2006/relationships/chart" Target="../charts/chart1.xml"/><Relationship Id="rId10" Type="http://schemas.openxmlformats.org/officeDocument/2006/relationships/tags" Target="../tags/tag85.xml"/><Relationship Id="rId4" Type="http://schemas.openxmlformats.org/officeDocument/2006/relationships/tags" Target="../tags/tag79.xml"/><Relationship Id="rId9" Type="http://schemas.openxmlformats.org/officeDocument/2006/relationships/tags" Target="../tags/tag84.xml"/><Relationship Id="rId14"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slideLayout" Target="../slideLayouts/slideLayout7.xml"/><Relationship Id="rId1" Type="http://schemas.openxmlformats.org/officeDocument/2006/relationships/tags" Target="../tags/tag89.xml"/><Relationship Id="rId4" Type="http://schemas.openxmlformats.org/officeDocument/2006/relationships/image" Target="../media/image16.png"/></Relationships>
</file>

<file path=ppt/slides/_rels/slide18.xml.rels><?xml version="1.0" encoding="UTF-8" standalone="yes"?>
<Relationships xmlns="http://schemas.openxmlformats.org/package/2006/relationships"><Relationship Id="rId8" Type="http://schemas.openxmlformats.org/officeDocument/2006/relationships/tags" Target="../tags/tag97.xml"/><Relationship Id="rId13" Type="http://schemas.openxmlformats.org/officeDocument/2006/relationships/image" Target="../media/image18.svg"/><Relationship Id="rId18" Type="http://schemas.openxmlformats.org/officeDocument/2006/relationships/image" Target="../media/image23.png"/><Relationship Id="rId3" Type="http://schemas.openxmlformats.org/officeDocument/2006/relationships/tags" Target="../tags/tag92.xml"/><Relationship Id="rId7" Type="http://schemas.openxmlformats.org/officeDocument/2006/relationships/tags" Target="../tags/tag96.xml"/><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tags" Target="../tags/tag91.xml"/><Relationship Id="rId16" Type="http://schemas.openxmlformats.org/officeDocument/2006/relationships/image" Target="../media/image21.png"/><Relationship Id="rId1" Type="http://schemas.openxmlformats.org/officeDocument/2006/relationships/tags" Target="../tags/tag90.xml"/><Relationship Id="rId6" Type="http://schemas.openxmlformats.org/officeDocument/2006/relationships/tags" Target="../tags/tag95.xml"/><Relationship Id="rId11" Type="http://schemas.openxmlformats.org/officeDocument/2006/relationships/slideLayout" Target="../slideLayouts/slideLayout7.xml"/><Relationship Id="rId5" Type="http://schemas.openxmlformats.org/officeDocument/2006/relationships/tags" Target="../tags/tag94.xml"/><Relationship Id="rId15" Type="http://schemas.openxmlformats.org/officeDocument/2006/relationships/image" Target="../media/image20.svg"/><Relationship Id="rId10" Type="http://schemas.openxmlformats.org/officeDocument/2006/relationships/tags" Target="../tags/tag99.xml"/><Relationship Id="rId4" Type="http://schemas.openxmlformats.org/officeDocument/2006/relationships/tags" Target="../tags/tag93.xml"/><Relationship Id="rId9" Type="http://schemas.openxmlformats.org/officeDocument/2006/relationships/tags" Target="../tags/tag98.xml"/><Relationship Id="rId14" Type="http://schemas.openxmlformats.org/officeDocument/2006/relationships/image" Target="../media/image19.png"/></Relationships>
</file>

<file path=ppt/slides/_rels/slide19.xml.rels><?xml version="1.0" encoding="UTF-8" standalone="yes"?>
<Relationships xmlns="http://schemas.openxmlformats.org/package/2006/relationships"><Relationship Id="rId8" Type="http://schemas.openxmlformats.org/officeDocument/2006/relationships/tags" Target="../tags/tag107.xml"/><Relationship Id="rId13" Type="http://schemas.openxmlformats.org/officeDocument/2006/relationships/tags" Target="../tags/tag112.xml"/><Relationship Id="rId18" Type="http://schemas.openxmlformats.org/officeDocument/2006/relationships/slideLayout" Target="../slideLayouts/slideLayout7.xml"/><Relationship Id="rId3" Type="http://schemas.openxmlformats.org/officeDocument/2006/relationships/tags" Target="../tags/tag102.xml"/><Relationship Id="rId7" Type="http://schemas.openxmlformats.org/officeDocument/2006/relationships/tags" Target="../tags/tag106.xml"/><Relationship Id="rId12" Type="http://schemas.openxmlformats.org/officeDocument/2006/relationships/tags" Target="../tags/tag111.xml"/><Relationship Id="rId17" Type="http://schemas.openxmlformats.org/officeDocument/2006/relationships/tags" Target="../tags/tag116.xml"/><Relationship Id="rId2" Type="http://schemas.openxmlformats.org/officeDocument/2006/relationships/tags" Target="../tags/tag101.xml"/><Relationship Id="rId16" Type="http://schemas.openxmlformats.org/officeDocument/2006/relationships/tags" Target="../tags/tag115.xml"/><Relationship Id="rId20" Type="http://schemas.openxmlformats.org/officeDocument/2006/relationships/image" Target="../media/image25.png"/><Relationship Id="rId1" Type="http://schemas.openxmlformats.org/officeDocument/2006/relationships/tags" Target="../tags/tag100.xml"/><Relationship Id="rId6" Type="http://schemas.openxmlformats.org/officeDocument/2006/relationships/tags" Target="../tags/tag105.xml"/><Relationship Id="rId11" Type="http://schemas.openxmlformats.org/officeDocument/2006/relationships/tags" Target="../tags/tag110.xml"/><Relationship Id="rId5" Type="http://schemas.openxmlformats.org/officeDocument/2006/relationships/tags" Target="../tags/tag104.xml"/><Relationship Id="rId15" Type="http://schemas.openxmlformats.org/officeDocument/2006/relationships/tags" Target="../tags/tag114.xml"/><Relationship Id="rId10" Type="http://schemas.openxmlformats.org/officeDocument/2006/relationships/tags" Target="../tags/tag109.xml"/><Relationship Id="rId19" Type="http://schemas.openxmlformats.org/officeDocument/2006/relationships/image" Target="../media/image24.png"/><Relationship Id="rId4" Type="http://schemas.openxmlformats.org/officeDocument/2006/relationships/tags" Target="../tags/tag103.xml"/><Relationship Id="rId9" Type="http://schemas.openxmlformats.org/officeDocument/2006/relationships/tags" Target="../tags/tag108.xml"/><Relationship Id="rId14" Type="http://schemas.openxmlformats.org/officeDocument/2006/relationships/tags" Target="../tags/tag113.xml"/></Relationships>
</file>

<file path=ppt/slides/_rels/slide20.xml.rels><?xml version="1.0" encoding="UTF-8" standalone="yes"?>
<Relationships xmlns="http://schemas.openxmlformats.org/package/2006/relationships"><Relationship Id="rId8" Type="http://schemas.openxmlformats.org/officeDocument/2006/relationships/tags" Target="../tags/tag124.xml"/><Relationship Id="rId13" Type="http://schemas.openxmlformats.org/officeDocument/2006/relationships/slideLayout" Target="../slideLayouts/slideLayout7.xml"/><Relationship Id="rId18" Type="http://schemas.openxmlformats.org/officeDocument/2006/relationships/image" Target="../media/image26.png"/><Relationship Id="rId3" Type="http://schemas.openxmlformats.org/officeDocument/2006/relationships/tags" Target="../tags/tag119.xml"/><Relationship Id="rId7" Type="http://schemas.openxmlformats.org/officeDocument/2006/relationships/tags" Target="../tags/tag123.xml"/><Relationship Id="rId12" Type="http://schemas.openxmlformats.org/officeDocument/2006/relationships/tags" Target="../tags/tag128.xml"/><Relationship Id="rId17" Type="http://schemas.openxmlformats.org/officeDocument/2006/relationships/image" Target="../media/image20.svg"/><Relationship Id="rId2" Type="http://schemas.openxmlformats.org/officeDocument/2006/relationships/tags" Target="../tags/tag118.xml"/><Relationship Id="rId16" Type="http://schemas.openxmlformats.org/officeDocument/2006/relationships/image" Target="../media/image19.png"/><Relationship Id="rId20" Type="http://schemas.openxmlformats.org/officeDocument/2006/relationships/image" Target="../media/image28.png"/><Relationship Id="rId1" Type="http://schemas.openxmlformats.org/officeDocument/2006/relationships/tags" Target="../tags/tag117.xml"/><Relationship Id="rId6" Type="http://schemas.openxmlformats.org/officeDocument/2006/relationships/tags" Target="../tags/tag122.xml"/><Relationship Id="rId11" Type="http://schemas.openxmlformats.org/officeDocument/2006/relationships/tags" Target="../tags/tag127.xml"/><Relationship Id="rId5" Type="http://schemas.openxmlformats.org/officeDocument/2006/relationships/tags" Target="../tags/tag121.xml"/><Relationship Id="rId15" Type="http://schemas.openxmlformats.org/officeDocument/2006/relationships/image" Target="../media/image18.svg"/><Relationship Id="rId10" Type="http://schemas.openxmlformats.org/officeDocument/2006/relationships/tags" Target="../tags/tag126.xml"/><Relationship Id="rId19" Type="http://schemas.openxmlformats.org/officeDocument/2006/relationships/image" Target="../media/image27.png"/><Relationship Id="rId4" Type="http://schemas.openxmlformats.org/officeDocument/2006/relationships/tags" Target="../tags/tag120.xml"/><Relationship Id="rId9" Type="http://schemas.openxmlformats.org/officeDocument/2006/relationships/tags" Target="../tags/tag125.xml"/><Relationship Id="rId14" Type="http://schemas.openxmlformats.org/officeDocument/2006/relationships/image" Target="../media/image17.png"/></Relationships>
</file>

<file path=ppt/slides/_rels/slide21.xml.rels><?xml version="1.0" encoding="UTF-8" standalone="yes"?>
<Relationships xmlns="http://schemas.openxmlformats.org/package/2006/relationships"><Relationship Id="rId8" Type="http://schemas.openxmlformats.org/officeDocument/2006/relationships/tags" Target="../tags/tag136.xml"/><Relationship Id="rId13" Type="http://schemas.openxmlformats.org/officeDocument/2006/relationships/tags" Target="../tags/tag141.xml"/><Relationship Id="rId18" Type="http://schemas.openxmlformats.org/officeDocument/2006/relationships/tags" Target="../tags/tag146.xml"/><Relationship Id="rId3" Type="http://schemas.openxmlformats.org/officeDocument/2006/relationships/tags" Target="../tags/tag131.xml"/><Relationship Id="rId21" Type="http://schemas.openxmlformats.org/officeDocument/2006/relationships/image" Target="../media/image29.png"/><Relationship Id="rId7" Type="http://schemas.openxmlformats.org/officeDocument/2006/relationships/tags" Target="../tags/tag135.xml"/><Relationship Id="rId12" Type="http://schemas.openxmlformats.org/officeDocument/2006/relationships/tags" Target="../tags/tag140.xml"/><Relationship Id="rId17" Type="http://schemas.openxmlformats.org/officeDocument/2006/relationships/tags" Target="../tags/tag145.xml"/><Relationship Id="rId2" Type="http://schemas.openxmlformats.org/officeDocument/2006/relationships/tags" Target="../tags/tag130.xml"/><Relationship Id="rId16" Type="http://schemas.openxmlformats.org/officeDocument/2006/relationships/tags" Target="../tags/tag144.xml"/><Relationship Id="rId20" Type="http://schemas.openxmlformats.org/officeDocument/2006/relationships/slideLayout" Target="../slideLayouts/slideLayout7.xml"/><Relationship Id="rId1" Type="http://schemas.openxmlformats.org/officeDocument/2006/relationships/tags" Target="../tags/tag129.xml"/><Relationship Id="rId6" Type="http://schemas.openxmlformats.org/officeDocument/2006/relationships/tags" Target="../tags/tag134.xml"/><Relationship Id="rId11" Type="http://schemas.openxmlformats.org/officeDocument/2006/relationships/tags" Target="../tags/tag139.xml"/><Relationship Id="rId5" Type="http://schemas.openxmlformats.org/officeDocument/2006/relationships/tags" Target="../tags/tag133.xml"/><Relationship Id="rId15" Type="http://schemas.openxmlformats.org/officeDocument/2006/relationships/tags" Target="../tags/tag143.xml"/><Relationship Id="rId10" Type="http://schemas.openxmlformats.org/officeDocument/2006/relationships/tags" Target="../tags/tag138.xml"/><Relationship Id="rId19" Type="http://schemas.openxmlformats.org/officeDocument/2006/relationships/tags" Target="../tags/tag147.xml"/><Relationship Id="rId4" Type="http://schemas.openxmlformats.org/officeDocument/2006/relationships/tags" Target="../tags/tag132.xml"/><Relationship Id="rId9" Type="http://schemas.openxmlformats.org/officeDocument/2006/relationships/tags" Target="../tags/tag137.xml"/><Relationship Id="rId14" Type="http://schemas.openxmlformats.org/officeDocument/2006/relationships/tags" Target="../tags/tag142.xml"/><Relationship Id="rId22" Type="http://schemas.openxmlformats.org/officeDocument/2006/relationships/image" Target="../media/image30.png"/></Relationships>
</file>

<file path=ppt/slides/_rels/slide22.xml.rels><?xml version="1.0" encoding="UTF-8" standalone="yes"?>
<Relationships xmlns="http://schemas.openxmlformats.org/package/2006/relationships"><Relationship Id="rId8" Type="http://schemas.openxmlformats.org/officeDocument/2006/relationships/tags" Target="../tags/tag155.xml"/><Relationship Id="rId13" Type="http://schemas.openxmlformats.org/officeDocument/2006/relationships/tags" Target="../tags/tag160.xml"/><Relationship Id="rId18" Type="http://schemas.openxmlformats.org/officeDocument/2006/relationships/tags" Target="../tags/tag165.xml"/><Relationship Id="rId26" Type="http://schemas.openxmlformats.org/officeDocument/2006/relationships/image" Target="../media/image31.png"/><Relationship Id="rId3" Type="http://schemas.openxmlformats.org/officeDocument/2006/relationships/tags" Target="../tags/tag150.xml"/><Relationship Id="rId21" Type="http://schemas.openxmlformats.org/officeDocument/2006/relationships/tags" Target="../tags/tag168.xml"/><Relationship Id="rId7" Type="http://schemas.openxmlformats.org/officeDocument/2006/relationships/tags" Target="../tags/tag154.xml"/><Relationship Id="rId12" Type="http://schemas.openxmlformats.org/officeDocument/2006/relationships/tags" Target="../tags/tag159.xml"/><Relationship Id="rId17" Type="http://schemas.openxmlformats.org/officeDocument/2006/relationships/tags" Target="../tags/tag164.xml"/><Relationship Id="rId25" Type="http://schemas.openxmlformats.org/officeDocument/2006/relationships/slideLayout" Target="../slideLayouts/slideLayout7.xml"/><Relationship Id="rId2" Type="http://schemas.openxmlformats.org/officeDocument/2006/relationships/tags" Target="../tags/tag149.xml"/><Relationship Id="rId16" Type="http://schemas.openxmlformats.org/officeDocument/2006/relationships/tags" Target="../tags/tag163.xml"/><Relationship Id="rId20" Type="http://schemas.openxmlformats.org/officeDocument/2006/relationships/tags" Target="../tags/tag167.xml"/><Relationship Id="rId1" Type="http://schemas.openxmlformats.org/officeDocument/2006/relationships/tags" Target="../tags/tag148.xml"/><Relationship Id="rId6" Type="http://schemas.openxmlformats.org/officeDocument/2006/relationships/tags" Target="../tags/tag153.xml"/><Relationship Id="rId11" Type="http://schemas.openxmlformats.org/officeDocument/2006/relationships/tags" Target="../tags/tag158.xml"/><Relationship Id="rId24" Type="http://schemas.openxmlformats.org/officeDocument/2006/relationships/tags" Target="../tags/tag171.xml"/><Relationship Id="rId5" Type="http://schemas.openxmlformats.org/officeDocument/2006/relationships/tags" Target="../tags/tag152.xml"/><Relationship Id="rId15" Type="http://schemas.openxmlformats.org/officeDocument/2006/relationships/tags" Target="../tags/tag162.xml"/><Relationship Id="rId23" Type="http://schemas.openxmlformats.org/officeDocument/2006/relationships/tags" Target="../tags/tag170.xml"/><Relationship Id="rId28" Type="http://schemas.openxmlformats.org/officeDocument/2006/relationships/image" Target="../media/image33.png"/><Relationship Id="rId10" Type="http://schemas.openxmlformats.org/officeDocument/2006/relationships/tags" Target="../tags/tag157.xml"/><Relationship Id="rId19" Type="http://schemas.openxmlformats.org/officeDocument/2006/relationships/tags" Target="../tags/tag166.xml"/><Relationship Id="rId4" Type="http://schemas.openxmlformats.org/officeDocument/2006/relationships/tags" Target="../tags/tag151.xml"/><Relationship Id="rId9" Type="http://schemas.openxmlformats.org/officeDocument/2006/relationships/tags" Target="../tags/tag156.xml"/><Relationship Id="rId14" Type="http://schemas.openxmlformats.org/officeDocument/2006/relationships/tags" Target="../tags/tag161.xml"/><Relationship Id="rId22" Type="http://schemas.openxmlformats.org/officeDocument/2006/relationships/tags" Target="../tags/tag169.xml"/><Relationship Id="rId27" Type="http://schemas.openxmlformats.org/officeDocument/2006/relationships/image" Target="../media/image32.png"/></Relationships>
</file>

<file path=ppt/slides/_rels/slide23.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4.png"/><Relationship Id="rId2" Type="http://schemas.openxmlformats.org/officeDocument/2006/relationships/slideLayout" Target="../slideLayouts/slideLayout7.xml"/><Relationship Id="rId1" Type="http://schemas.openxmlformats.org/officeDocument/2006/relationships/tags" Target="../tags/tag172.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4.xml.rels><?xml version="1.0" encoding="UTF-8" standalone="yes"?>
<Relationships xmlns="http://schemas.openxmlformats.org/package/2006/relationships"><Relationship Id="rId3" Type="http://schemas.openxmlformats.org/officeDocument/2006/relationships/image" Target="../media/image17.png"/><Relationship Id="rId7" Type="http://schemas.openxmlformats.org/officeDocument/2006/relationships/image" Target="../media/image35.png"/><Relationship Id="rId2" Type="http://schemas.openxmlformats.org/officeDocument/2006/relationships/slideLayout" Target="../slideLayouts/slideLayout7.xml"/><Relationship Id="rId1" Type="http://schemas.openxmlformats.org/officeDocument/2006/relationships/tags" Target="../tags/tag173.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5.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17.png"/><Relationship Id="rId7" Type="http://schemas.openxmlformats.org/officeDocument/2006/relationships/image" Target="../media/image36.png"/><Relationship Id="rId2" Type="http://schemas.openxmlformats.org/officeDocument/2006/relationships/slideLayout" Target="../slideLayouts/slideLayout7.xml"/><Relationship Id="rId1" Type="http://schemas.openxmlformats.org/officeDocument/2006/relationships/tags" Target="../tags/tag174.xml"/><Relationship Id="rId6" Type="http://schemas.openxmlformats.org/officeDocument/2006/relationships/image" Target="../media/image20.svg"/><Relationship Id="rId5" Type="http://schemas.openxmlformats.org/officeDocument/2006/relationships/image" Target="../media/image19.png"/><Relationship Id="rId4" Type="http://schemas.openxmlformats.org/officeDocument/2006/relationships/image" Target="../media/image18.svg"/></Relationships>
</file>

<file path=ppt/slides/_rels/slide26.xml.rels><?xml version="1.0" encoding="UTF-8" standalone="yes"?>
<Relationships xmlns="http://schemas.openxmlformats.org/package/2006/relationships"><Relationship Id="rId8" Type="http://schemas.openxmlformats.org/officeDocument/2006/relationships/tags" Target="../tags/tag182.xml"/><Relationship Id="rId13" Type="http://schemas.openxmlformats.org/officeDocument/2006/relationships/tags" Target="../tags/tag187.xml"/><Relationship Id="rId18" Type="http://schemas.openxmlformats.org/officeDocument/2006/relationships/tags" Target="../tags/tag192.xml"/><Relationship Id="rId3" Type="http://schemas.openxmlformats.org/officeDocument/2006/relationships/tags" Target="../tags/tag177.xml"/><Relationship Id="rId21" Type="http://schemas.openxmlformats.org/officeDocument/2006/relationships/image" Target="../media/image7.png"/><Relationship Id="rId7" Type="http://schemas.openxmlformats.org/officeDocument/2006/relationships/tags" Target="../tags/tag181.xml"/><Relationship Id="rId12" Type="http://schemas.openxmlformats.org/officeDocument/2006/relationships/tags" Target="../tags/tag186.xml"/><Relationship Id="rId17" Type="http://schemas.openxmlformats.org/officeDocument/2006/relationships/tags" Target="../tags/tag191.xml"/><Relationship Id="rId2" Type="http://schemas.openxmlformats.org/officeDocument/2006/relationships/tags" Target="../tags/tag176.xml"/><Relationship Id="rId16" Type="http://schemas.openxmlformats.org/officeDocument/2006/relationships/tags" Target="../tags/tag190.xml"/><Relationship Id="rId20" Type="http://schemas.openxmlformats.org/officeDocument/2006/relationships/slideLayout" Target="../slideLayouts/slideLayout7.xml"/><Relationship Id="rId1" Type="http://schemas.openxmlformats.org/officeDocument/2006/relationships/tags" Target="../tags/tag175.xml"/><Relationship Id="rId6" Type="http://schemas.openxmlformats.org/officeDocument/2006/relationships/tags" Target="../tags/tag180.xml"/><Relationship Id="rId11" Type="http://schemas.openxmlformats.org/officeDocument/2006/relationships/tags" Target="../tags/tag185.xml"/><Relationship Id="rId5" Type="http://schemas.openxmlformats.org/officeDocument/2006/relationships/tags" Target="../tags/tag179.xml"/><Relationship Id="rId15" Type="http://schemas.openxmlformats.org/officeDocument/2006/relationships/tags" Target="../tags/tag189.xml"/><Relationship Id="rId10" Type="http://schemas.openxmlformats.org/officeDocument/2006/relationships/tags" Target="../tags/tag184.xml"/><Relationship Id="rId19" Type="http://schemas.openxmlformats.org/officeDocument/2006/relationships/tags" Target="../tags/tag193.xml"/><Relationship Id="rId4" Type="http://schemas.openxmlformats.org/officeDocument/2006/relationships/tags" Target="../tags/tag178.xml"/><Relationship Id="rId9" Type="http://schemas.openxmlformats.org/officeDocument/2006/relationships/tags" Target="../tags/tag183.xml"/><Relationship Id="rId14" Type="http://schemas.openxmlformats.org/officeDocument/2006/relationships/tags" Target="../tags/tag188.xml"/><Relationship Id="rId22" Type="http://schemas.openxmlformats.org/officeDocument/2006/relationships/image" Target="../media/image38.png"/></Relationships>
</file>

<file path=ppt/slides/_rels/slide27.xml.rels><?xml version="1.0" encoding="UTF-8" standalone="yes"?>
<Relationships xmlns="http://schemas.openxmlformats.org/package/2006/relationships"><Relationship Id="rId8" Type="http://schemas.openxmlformats.org/officeDocument/2006/relationships/tags" Target="../tags/tag201.xml"/><Relationship Id="rId13" Type="http://schemas.openxmlformats.org/officeDocument/2006/relationships/tags" Target="../tags/tag206.xml"/><Relationship Id="rId18" Type="http://schemas.openxmlformats.org/officeDocument/2006/relationships/tags" Target="../tags/tag211.xml"/><Relationship Id="rId3" Type="http://schemas.openxmlformats.org/officeDocument/2006/relationships/tags" Target="../tags/tag196.xml"/><Relationship Id="rId21" Type="http://schemas.openxmlformats.org/officeDocument/2006/relationships/image" Target="../media/image39.png"/><Relationship Id="rId7" Type="http://schemas.openxmlformats.org/officeDocument/2006/relationships/tags" Target="../tags/tag200.xml"/><Relationship Id="rId12" Type="http://schemas.openxmlformats.org/officeDocument/2006/relationships/tags" Target="../tags/tag205.xml"/><Relationship Id="rId17" Type="http://schemas.openxmlformats.org/officeDocument/2006/relationships/tags" Target="../tags/tag210.xml"/><Relationship Id="rId2" Type="http://schemas.openxmlformats.org/officeDocument/2006/relationships/tags" Target="../tags/tag195.xml"/><Relationship Id="rId16" Type="http://schemas.openxmlformats.org/officeDocument/2006/relationships/tags" Target="../tags/tag209.xml"/><Relationship Id="rId20" Type="http://schemas.openxmlformats.org/officeDocument/2006/relationships/slideLayout" Target="../slideLayouts/slideLayout7.xml"/><Relationship Id="rId1" Type="http://schemas.openxmlformats.org/officeDocument/2006/relationships/tags" Target="../tags/tag194.xml"/><Relationship Id="rId6" Type="http://schemas.openxmlformats.org/officeDocument/2006/relationships/tags" Target="../tags/tag199.xml"/><Relationship Id="rId11" Type="http://schemas.openxmlformats.org/officeDocument/2006/relationships/tags" Target="../tags/tag204.xml"/><Relationship Id="rId5" Type="http://schemas.openxmlformats.org/officeDocument/2006/relationships/tags" Target="../tags/tag198.xml"/><Relationship Id="rId15" Type="http://schemas.openxmlformats.org/officeDocument/2006/relationships/tags" Target="../tags/tag208.xml"/><Relationship Id="rId10" Type="http://schemas.openxmlformats.org/officeDocument/2006/relationships/tags" Target="../tags/tag203.xml"/><Relationship Id="rId19" Type="http://schemas.openxmlformats.org/officeDocument/2006/relationships/tags" Target="../tags/tag212.xml"/><Relationship Id="rId4" Type="http://schemas.openxmlformats.org/officeDocument/2006/relationships/tags" Target="../tags/tag197.xml"/><Relationship Id="rId9" Type="http://schemas.openxmlformats.org/officeDocument/2006/relationships/tags" Target="../tags/tag202.xml"/><Relationship Id="rId14" Type="http://schemas.openxmlformats.org/officeDocument/2006/relationships/tags" Target="../tags/tag207.xml"/></Relationships>
</file>

<file path=ppt/slides/_rels/slide28.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214.xml"/><Relationship Id="rId1" Type="http://schemas.openxmlformats.org/officeDocument/2006/relationships/tags" Target="../tags/tag213.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descr="1 (1)"/>
          <p:cNvPicPr>
            <a:picLocks noChangeAspect="1"/>
          </p:cNvPicPr>
          <p:nvPr/>
        </p:nvPicPr>
        <p:blipFill rotWithShape="1">
          <a:blip r:embed="rId4">
            <a:lum bright="-6000" contrast="-24000"/>
          </a:blip>
          <a:srcRect l="45138" t="-209" r="58" b="-129"/>
          <a:stretch/>
        </p:blipFill>
        <p:spPr>
          <a:xfrm>
            <a:off x="0" y="-34290"/>
            <a:ext cx="6096000" cy="6926580"/>
          </a:xfrm>
          <a:prstGeom prst="rect">
            <a:avLst/>
          </a:prstGeom>
        </p:spPr>
      </p:pic>
      <p:sp>
        <p:nvSpPr>
          <p:cNvPr id="6" name="矩形 5"/>
          <p:cNvSpPr/>
          <p:nvPr/>
        </p:nvSpPr>
        <p:spPr>
          <a:xfrm>
            <a:off x="2760345" y="786130"/>
            <a:ext cx="9431655" cy="5285740"/>
          </a:xfrm>
          <a:prstGeom prst="rect">
            <a:avLst/>
          </a:prstGeom>
          <a:solidFill>
            <a:srgbClr val="6498CE">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0"/>
          <p:cNvSpPr txBox="1"/>
          <p:nvPr/>
        </p:nvSpPr>
        <p:spPr>
          <a:xfrm>
            <a:off x="3156903" y="1596073"/>
            <a:ext cx="8861425" cy="1106805"/>
          </a:xfrm>
          <a:prstGeom prst="rect">
            <a:avLst/>
          </a:prstGeom>
          <a:noFill/>
          <a:ln w="9525">
            <a:noFill/>
          </a:ln>
        </p:spPr>
        <p:txBody>
          <a:bodyPr wrap="square" anchor="t">
            <a:spAutoFit/>
          </a:bodyPr>
          <a:lstStyle/>
          <a:p>
            <a:pPr algn="ctr"/>
            <a:r>
              <a:rPr lang="zh-CN" altLang="en-US" sz="6600" b="1" dirty="0">
                <a:solidFill>
                  <a:schemeClr val="bg1"/>
                </a:solidFill>
                <a:latin typeface="微软雅黑 Light" panose="020B0502040204020203" charset="-122"/>
                <a:ea typeface="微软雅黑 Light" panose="020B0502040204020203" charset="-122"/>
                <a:cs typeface="微软雅黑 Light" panose="020B0502040204020203" charset="-122"/>
              </a:rPr>
              <a:t>天津旅行助手答辩</a:t>
            </a:r>
            <a:endParaRPr lang="en-US" altLang="zh-CN" sz="6600" b="1" dirty="0">
              <a:solidFill>
                <a:schemeClr val="bg1"/>
              </a:solidFill>
              <a:latin typeface="微软雅黑 Light" panose="020B0502040204020203" charset="-122"/>
              <a:ea typeface="微软雅黑 Light" panose="020B0502040204020203" charset="-122"/>
              <a:cs typeface="微软雅黑 Light" panose="020B0502040204020203" charset="-122"/>
            </a:endParaRPr>
          </a:p>
        </p:txBody>
      </p:sp>
      <p:graphicFrame>
        <p:nvGraphicFramePr>
          <p:cNvPr id="21" name="表格 20"/>
          <p:cNvGraphicFramePr/>
          <p:nvPr>
            <p:custDataLst>
              <p:tags r:id="rId2"/>
            </p:custDataLst>
            <p:extLst>
              <p:ext uri="{D42A27DB-BD31-4B8C-83A1-F6EECF244321}">
                <p14:modId xmlns:p14="http://schemas.microsoft.com/office/powerpoint/2010/main" val="3409103801"/>
              </p:ext>
            </p:extLst>
          </p:nvPr>
        </p:nvGraphicFramePr>
        <p:xfrm>
          <a:off x="3543935" y="2833370"/>
          <a:ext cx="6049244" cy="1625600"/>
        </p:xfrm>
        <a:graphic>
          <a:graphicData uri="http://schemas.openxmlformats.org/drawingml/2006/table">
            <a:tbl>
              <a:tblPr firstRow="1" bandRow="1">
                <a:tableStyleId>{5C22544A-7EE6-4342-B048-85BDC9FD1C3A}</a:tableStyleId>
              </a:tblPr>
              <a:tblGrid>
                <a:gridCol w="1831369">
                  <a:extLst>
                    <a:ext uri="{9D8B030D-6E8A-4147-A177-3AD203B41FA5}">
                      <a16:colId xmlns:a16="http://schemas.microsoft.com/office/drawing/2014/main" val="20000"/>
                    </a:ext>
                  </a:extLst>
                </a:gridCol>
                <a:gridCol w="4217875">
                  <a:extLst>
                    <a:ext uri="{9D8B030D-6E8A-4147-A177-3AD203B41FA5}">
                      <a16:colId xmlns:a16="http://schemas.microsoft.com/office/drawing/2014/main" val="20001"/>
                    </a:ext>
                  </a:extLst>
                </a:gridCol>
              </a:tblGrid>
              <a:tr h="406400">
                <a:tc>
                  <a:txBody>
                    <a:bodyPr/>
                    <a:lstStyle/>
                    <a:p>
                      <a:pPr algn="dist">
                        <a:buNone/>
                      </a:pPr>
                      <a:r>
                        <a:rPr lang="zh-CN" altLang="en-US" sz="2000" b="0">
                          <a:solidFill>
                            <a:schemeClr val="bg1"/>
                          </a:solidFill>
                          <a:latin typeface="微软雅黑" panose="020B0503020204020204" pitchFamily="34" charset="-122"/>
                          <a:ea typeface="微软雅黑" panose="020B0503020204020204" pitchFamily="34" charset="-122"/>
                        </a:rPr>
                        <a:t>汇报人：</a:t>
                      </a:r>
                    </a:p>
                  </a:txBody>
                  <a:tcPr anchor="ctr">
                    <a:lnL>
                      <a:noFill/>
                    </a:lnL>
                    <a:lnR>
                      <a:noFill/>
                    </a:lnR>
                    <a:lnT>
                      <a:noFill/>
                    </a:lnT>
                    <a:lnB>
                      <a:noFill/>
                    </a:lnB>
                    <a:lnTlToBr>
                      <a:noFill/>
                    </a:lnTlToBr>
                    <a:lnBlToTr>
                      <a:noFill/>
                    </a:lnBlToTr>
                    <a:noFill/>
                  </a:tcPr>
                </a:tc>
                <a:tc>
                  <a:txBody>
                    <a:bodyPr/>
                    <a:lstStyle/>
                    <a:p>
                      <a:pPr algn="just">
                        <a:buNone/>
                      </a:pPr>
                      <a:r>
                        <a:rPr lang="zh-CN" altLang="en-US" sz="2000" b="0" dirty="0">
                          <a:solidFill>
                            <a:schemeClr val="bg1"/>
                          </a:solidFill>
                          <a:latin typeface="微软雅黑" panose="020B0503020204020204" pitchFamily="34" charset="-122"/>
                          <a:ea typeface="微软雅黑" panose="020B0503020204020204" pitchFamily="34" charset="-122"/>
                        </a:rPr>
                        <a:t>魏泽钒、王安澜、张可涵、杨至尧</a:t>
                      </a:r>
                      <a:endParaRPr lang="en-US" altLang="zh-CN"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06400">
                <a:tc>
                  <a:txBody>
                    <a:bodyPr/>
                    <a:lstStyle/>
                    <a:p>
                      <a:pPr algn="dist">
                        <a:buNone/>
                      </a:pPr>
                      <a:endParaRPr lang="zh-CN" altLang="en-US"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tc>
                  <a:txBody>
                    <a:bodyPr/>
                    <a:lstStyle/>
                    <a:p>
                      <a:pPr algn="just">
                        <a:buNone/>
                      </a:pPr>
                      <a:endParaRPr lang="en-US" altLang="zh-CN"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06400">
                <a:tc>
                  <a:txBody>
                    <a:bodyPr/>
                    <a:lstStyle/>
                    <a:p>
                      <a:pPr algn="dist">
                        <a:buNone/>
                      </a:pPr>
                      <a:endParaRPr lang="zh-CN" altLang="en-US"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tc>
                  <a:txBody>
                    <a:bodyPr/>
                    <a:lstStyle/>
                    <a:p>
                      <a:pPr algn="just">
                        <a:buNone/>
                      </a:pPr>
                      <a:endParaRPr lang="en-US" altLang="zh-CN"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06400">
                <a:tc>
                  <a:txBody>
                    <a:bodyPr/>
                    <a:lstStyle/>
                    <a:p>
                      <a:pPr algn="dist">
                        <a:buNone/>
                      </a:pPr>
                      <a:r>
                        <a:rPr lang="zh-CN" altLang="en-US" sz="2000" b="0">
                          <a:solidFill>
                            <a:schemeClr val="bg1"/>
                          </a:solidFill>
                          <a:latin typeface="微软雅黑" panose="020B0503020204020204" pitchFamily="34" charset="-122"/>
                          <a:ea typeface="微软雅黑" panose="020B0503020204020204" pitchFamily="34" charset="-122"/>
                        </a:rPr>
                        <a:t>时间：</a:t>
                      </a:r>
                    </a:p>
                  </a:txBody>
                  <a:tcPr anchor="ctr">
                    <a:lnL>
                      <a:noFill/>
                    </a:lnL>
                    <a:lnR>
                      <a:noFill/>
                    </a:lnR>
                    <a:lnT>
                      <a:noFill/>
                    </a:lnT>
                    <a:lnB>
                      <a:noFill/>
                    </a:lnB>
                    <a:lnTlToBr>
                      <a:noFill/>
                    </a:lnTlToBr>
                    <a:lnBlToTr>
                      <a:noFill/>
                    </a:lnBlToTr>
                    <a:noFill/>
                  </a:tcPr>
                </a:tc>
                <a:tc>
                  <a:txBody>
                    <a:bodyPr/>
                    <a:lstStyle/>
                    <a:p>
                      <a:pPr algn="just">
                        <a:buNone/>
                      </a:pP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2 0 2 4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7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2 5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日</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0" name="组合 29"/>
          <p:cNvGrpSpPr/>
          <p:nvPr/>
        </p:nvGrpSpPr>
        <p:grpSpPr>
          <a:xfrm>
            <a:off x="3530600" y="4861560"/>
            <a:ext cx="2233295" cy="231140"/>
            <a:chOff x="5384" y="8296"/>
            <a:chExt cx="3517" cy="364"/>
          </a:xfrm>
        </p:grpSpPr>
        <p:sp>
          <p:nvSpPr>
            <p:cNvPr id="26" name="八角星 25"/>
            <p:cNvSpPr/>
            <p:nvPr/>
          </p:nvSpPr>
          <p:spPr>
            <a:xfrm>
              <a:off x="5384"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八角星 26"/>
            <p:cNvSpPr/>
            <p:nvPr/>
          </p:nvSpPr>
          <p:spPr>
            <a:xfrm>
              <a:off x="6435"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八角星 27"/>
            <p:cNvSpPr/>
            <p:nvPr/>
          </p:nvSpPr>
          <p:spPr>
            <a:xfrm>
              <a:off x="7486"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八角星 28"/>
            <p:cNvSpPr/>
            <p:nvPr/>
          </p:nvSpPr>
          <p:spPr>
            <a:xfrm>
              <a:off x="8537"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56F1CEA3-D16A-416F-AD20-E757AF3BBAE7}"/>
              </a:ext>
            </a:extLst>
          </p:cNvPr>
          <p:cNvPicPr>
            <a:picLocks noChangeAspect="1"/>
          </p:cNvPicPr>
          <p:nvPr/>
        </p:nvPicPr>
        <p:blipFill>
          <a:blip r:embed="rId5"/>
          <a:stretch>
            <a:fillRect/>
          </a:stretch>
        </p:blipFill>
        <p:spPr>
          <a:xfrm>
            <a:off x="10007773" y="4861560"/>
            <a:ext cx="2402032" cy="1383912"/>
          </a:xfrm>
          <a:prstGeom prst="rect">
            <a:avLst/>
          </a:prstGeom>
        </p:spPr>
      </p:pic>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6498CE">
            <a:alpha val="80000"/>
          </a:srgbClr>
        </a:solidFill>
        <a:effectLst/>
      </p:bgPr>
    </p:bg>
    <p:spTree>
      <p:nvGrpSpPr>
        <p:cNvPr id="1" name=""/>
        <p:cNvGrpSpPr/>
        <p:nvPr/>
      </p:nvGrpSpPr>
      <p:grpSpPr>
        <a:xfrm>
          <a:off x="0" y="0"/>
          <a:ext cx="0" cy="0"/>
          <a:chOff x="0" y="0"/>
          <a:chExt cx="0" cy="0"/>
        </a:xfrm>
      </p:grpSpPr>
      <p:grpSp>
        <p:nvGrpSpPr>
          <p:cNvPr id="123" name="组合 2"/>
          <p:cNvGrpSpPr/>
          <p:nvPr/>
        </p:nvGrpSpPr>
        <p:grpSpPr>
          <a:xfrm>
            <a:off x="1974765" y="4259124"/>
            <a:ext cx="3554095" cy="645160"/>
            <a:chOff x="2810" y="3577"/>
            <a:chExt cx="6161" cy="1018"/>
          </a:xfrm>
        </p:grpSpPr>
        <p:sp>
          <p:nvSpPr>
            <p:cNvPr id="124" name="Rectangle 73"/>
            <p:cNvSpPr/>
            <p:nvPr/>
          </p:nvSpPr>
          <p:spPr>
            <a:xfrm>
              <a:off x="3851" y="3715"/>
              <a:ext cx="5120" cy="747"/>
            </a:xfrm>
            <a:prstGeom prst="rect">
              <a:avLst/>
            </a:prstGeom>
            <a:noFill/>
            <a:ln w="9525">
              <a:noFill/>
            </a:ln>
          </p:spPr>
          <p:txBody>
            <a:bodyPr lIns="144000" tIns="0" rIns="144000" bIns="0" anchor="t"/>
            <a:lstStyle/>
            <a:p>
              <a:pPr algn="ctr"/>
              <a:r>
                <a:rPr lang="zh-CN" altLang="en-US" sz="3000" dirty="0">
                  <a:solidFill>
                    <a:schemeClr val="bg1"/>
                  </a:solidFill>
                  <a:latin typeface="微软雅黑" panose="020B0503020204020204" pitchFamily="34" charset="-122"/>
                  <a:ea typeface="微软雅黑" panose="020B0503020204020204" pitchFamily="34" charset="-122"/>
                </a:rPr>
                <a:t>页面展示</a:t>
              </a:r>
            </a:p>
          </p:txBody>
        </p:sp>
        <p:sp>
          <p:nvSpPr>
            <p:cNvPr id="125" name="文本框 50"/>
            <p:cNvSpPr txBox="1"/>
            <p:nvPr/>
          </p:nvSpPr>
          <p:spPr>
            <a:xfrm>
              <a:off x="2810" y="3577"/>
              <a:ext cx="1526" cy="1018"/>
            </a:xfrm>
            <a:prstGeom prst="rect">
              <a:avLst/>
            </a:prstGeom>
            <a:noFill/>
            <a:ln w="9525">
              <a:noFill/>
            </a:ln>
          </p:spPr>
          <p:txBody>
            <a:bodyPr wrap="square" anchor="t">
              <a:spAutoFit/>
            </a:bodyPr>
            <a:lstStyle/>
            <a:p>
              <a:pPr algn="ctr"/>
              <a:r>
                <a:rPr lang="en-US" altLang="zh-CN" sz="3600" dirty="0">
                  <a:solidFill>
                    <a:schemeClr val="bg1"/>
                  </a:solidFill>
                  <a:latin typeface="微软雅黑" panose="020B0503020204020204" pitchFamily="34" charset="-122"/>
                  <a:ea typeface="微软雅黑" panose="020B0503020204020204" pitchFamily="34" charset="-122"/>
                </a:rPr>
                <a:t>03</a:t>
              </a:r>
            </a:p>
          </p:txBody>
        </p:sp>
      </p:grpSp>
      <p:grpSp>
        <p:nvGrpSpPr>
          <p:cNvPr id="127" name="组合 126"/>
          <p:cNvGrpSpPr/>
          <p:nvPr/>
        </p:nvGrpSpPr>
        <p:grpSpPr>
          <a:xfrm>
            <a:off x="1260806" y="4349158"/>
            <a:ext cx="657860" cy="488315"/>
            <a:chOff x="8802" y="4284"/>
            <a:chExt cx="1582" cy="1172"/>
          </a:xfrm>
        </p:grpSpPr>
        <p:sp>
          <p:nvSpPr>
            <p:cNvPr id="128" name="菱形 127"/>
            <p:cNvSpPr/>
            <p:nvPr/>
          </p:nvSpPr>
          <p:spPr>
            <a:xfrm>
              <a:off x="8802" y="4532"/>
              <a:ext cx="1583" cy="925"/>
            </a:xfrm>
            <a:prstGeom prst="diamond">
              <a:avLst/>
            </a:prstGeom>
            <a:solidFill>
              <a:srgbClr val="C3D8F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9" name="菱形 128"/>
            <p:cNvSpPr/>
            <p:nvPr/>
          </p:nvSpPr>
          <p:spPr>
            <a:xfrm>
              <a:off x="8818" y="4284"/>
              <a:ext cx="1328" cy="776"/>
            </a:xfrm>
            <a:prstGeom prst="diamond">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 name="直接连接符 3"/>
          <p:cNvCxnSpPr/>
          <p:nvPr/>
        </p:nvCxnSpPr>
        <p:spPr>
          <a:xfrm>
            <a:off x="342265" y="414020"/>
            <a:ext cx="46678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5" name="直接连接符 4"/>
          <p:cNvCxnSpPr/>
          <p:nvPr/>
        </p:nvCxnSpPr>
        <p:spPr>
          <a:xfrm>
            <a:off x="7173595" y="414020"/>
            <a:ext cx="4667885"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6" name="文本框 5"/>
          <p:cNvSpPr txBox="1"/>
          <p:nvPr/>
        </p:nvSpPr>
        <p:spPr>
          <a:xfrm>
            <a:off x="5107940" y="-20320"/>
            <a:ext cx="1987550" cy="860425"/>
          </a:xfrm>
          <a:prstGeom prst="rect">
            <a:avLst/>
          </a:prstGeom>
          <a:noFill/>
        </p:spPr>
        <p:txBody>
          <a:bodyPr wrap="square" rtlCol="0">
            <a:spAutoFit/>
          </a:bodyPr>
          <a:lstStyle/>
          <a:p>
            <a:pPr algn="dist"/>
            <a:r>
              <a:rPr lang="zh-CN" altLang="en-US" sz="5000">
                <a:solidFill>
                  <a:schemeClr val="bg1"/>
                </a:solidFill>
              </a:rPr>
              <a:t>目录</a:t>
            </a:r>
          </a:p>
        </p:txBody>
      </p:sp>
      <p:sp>
        <p:nvSpPr>
          <p:cNvPr id="19" name="TextBox 26"/>
          <p:cNvSpPr txBox="1"/>
          <p:nvPr/>
        </p:nvSpPr>
        <p:spPr>
          <a:xfrm>
            <a:off x="5010785" y="728980"/>
            <a:ext cx="2162175" cy="460375"/>
          </a:xfrm>
          <a:prstGeom prst="rect">
            <a:avLst/>
          </a:prstGeom>
          <a:noFill/>
        </p:spPr>
        <p:txBody>
          <a:bodyPr wrap="square" rtlCol="0">
            <a:spAutoFit/>
          </a:bodyPr>
          <a:lstStyle/>
          <a:p>
            <a:pPr algn="dist" fontAlgn="base">
              <a:spcBef>
                <a:spcPct val="0"/>
              </a:spcBef>
              <a:spcAft>
                <a:spcPct val="0"/>
              </a:spcAft>
            </a:pPr>
            <a:r>
              <a:rPr lang="en-US" altLang="zh-CN" sz="2400" b="1" dirty="0">
                <a:solidFill>
                  <a:schemeClr val="bg1"/>
                </a:solidFill>
                <a:latin typeface="字魂105号-简雅黑" panose="00000500000000000000" charset="-122"/>
                <a:ea typeface="字魂105号-简雅黑" panose="00000500000000000000" charset="-122"/>
                <a:cs typeface="+mn-ea"/>
                <a:sym typeface="+mn-lt"/>
              </a:rPr>
              <a:t>CONTENTS</a:t>
            </a:r>
          </a:p>
        </p:txBody>
      </p:sp>
      <p:grpSp>
        <p:nvGrpSpPr>
          <p:cNvPr id="13" name="组合 12"/>
          <p:cNvGrpSpPr/>
          <p:nvPr/>
        </p:nvGrpSpPr>
        <p:grpSpPr>
          <a:xfrm>
            <a:off x="1968415" y="2436674"/>
            <a:ext cx="3554730" cy="989330"/>
            <a:chOff x="7831" y="1526"/>
            <a:chExt cx="6162" cy="1558"/>
          </a:xfrm>
        </p:grpSpPr>
        <p:grpSp>
          <p:nvGrpSpPr>
            <p:cNvPr id="8217" name="组合 2"/>
            <p:cNvGrpSpPr/>
            <p:nvPr/>
          </p:nvGrpSpPr>
          <p:grpSpPr>
            <a:xfrm>
              <a:off x="7831" y="1526"/>
              <a:ext cx="6161" cy="1016"/>
              <a:chOff x="2810" y="3577"/>
              <a:chExt cx="6161" cy="1018"/>
            </a:xfrm>
          </p:grpSpPr>
          <p:sp>
            <p:nvSpPr>
              <p:cNvPr id="8218" name="Rectangle 73"/>
              <p:cNvSpPr/>
              <p:nvPr/>
            </p:nvSpPr>
            <p:spPr>
              <a:xfrm>
                <a:off x="3851" y="3715"/>
                <a:ext cx="5120" cy="747"/>
              </a:xfrm>
              <a:prstGeom prst="rect">
                <a:avLst/>
              </a:prstGeom>
              <a:noFill/>
              <a:ln w="9525">
                <a:noFill/>
              </a:ln>
            </p:spPr>
            <p:txBody>
              <a:bodyPr lIns="144000" tIns="0" rIns="144000" bIns="0" anchor="t"/>
              <a:lstStyle/>
              <a:p>
                <a:pPr algn="ctr"/>
                <a:r>
                  <a:rPr lang="zh-CN" altLang="en-US" sz="3000" dirty="0">
                    <a:solidFill>
                      <a:schemeClr val="bg1"/>
                    </a:solidFill>
                    <a:latin typeface="微软雅黑" panose="020B0503020204020204" pitchFamily="34" charset="-122"/>
                    <a:ea typeface="微软雅黑" panose="020B0503020204020204" pitchFamily="34" charset="-122"/>
                  </a:rPr>
                  <a:t>项目简介</a:t>
                </a:r>
              </a:p>
            </p:txBody>
          </p:sp>
          <p:sp>
            <p:nvSpPr>
              <p:cNvPr id="8219" name="文本框 50"/>
              <p:cNvSpPr txBox="1"/>
              <p:nvPr/>
            </p:nvSpPr>
            <p:spPr>
              <a:xfrm>
                <a:off x="2810" y="3577"/>
                <a:ext cx="1526" cy="1018"/>
              </a:xfrm>
              <a:prstGeom prst="rect">
                <a:avLst/>
              </a:prstGeom>
              <a:noFill/>
              <a:ln w="9525">
                <a:noFill/>
              </a:ln>
            </p:spPr>
            <p:txBody>
              <a:bodyPr wrap="square" anchor="t">
                <a:spAutoFit/>
              </a:bodyPr>
              <a:lstStyle/>
              <a:p>
                <a:pPr algn="ctr"/>
                <a:r>
                  <a:rPr lang="en-US" altLang="zh-CN" sz="3600" dirty="0">
                    <a:solidFill>
                      <a:schemeClr val="bg1"/>
                    </a:solidFill>
                    <a:latin typeface="微软雅黑" panose="020B0503020204020204" pitchFamily="34" charset="-122"/>
                    <a:ea typeface="微软雅黑" panose="020B0503020204020204" pitchFamily="34" charset="-122"/>
                  </a:rPr>
                  <a:t>01</a:t>
                </a:r>
              </a:p>
            </p:txBody>
          </p:sp>
        </p:grpSp>
        <p:sp>
          <p:nvSpPr>
            <p:cNvPr id="8229" name="1111"/>
            <p:cNvSpPr txBox="1"/>
            <p:nvPr/>
          </p:nvSpPr>
          <p:spPr>
            <a:xfrm>
              <a:off x="8111" y="2510"/>
              <a:ext cx="5882" cy="574"/>
            </a:xfrm>
            <a:prstGeom prst="rect">
              <a:avLst/>
            </a:prstGeom>
            <a:noFill/>
            <a:ln w="9525">
              <a:noFill/>
            </a:ln>
          </p:spPr>
          <p:txBody>
            <a:bodyPr wrap="square" anchor="t">
              <a:spAutoFit/>
            </a:bodyPr>
            <a:lstStyle/>
            <a:p>
              <a:pPr algn="just">
                <a:lnSpc>
                  <a:spcPct val="120000"/>
                </a:lnSpc>
                <a:spcBef>
                  <a:spcPts val="0"/>
                </a:spcBef>
                <a:spcAft>
                  <a:spcPts val="0"/>
                </a:spcAft>
              </a:pPr>
              <a:endPar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119" name="组合 118"/>
          <p:cNvGrpSpPr/>
          <p:nvPr/>
        </p:nvGrpSpPr>
        <p:grpSpPr>
          <a:xfrm>
            <a:off x="1261482" y="2524132"/>
            <a:ext cx="658495" cy="489585"/>
            <a:chOff x="8799" y="4284"/>
            <a:chExt cx="1583" cy="1175"/>
          </a:xfrm>
        </p:grpSpPr>
        <p:sp>
          <p:nvSpPr>
            <p:cNvPr id="118" name="菱形 117"/>
            <p:cNvSpPr/>
            <p:nvPr/>
          </p:nvSpPr>
          <p:spPr>
            <a:xfrm>
              <a:off x="8799" y="4534"/>
              <a:ext cx="1583" cy="925"/>
            </a:xfrm>
            <a:prstGeom prst="diamond">
              <a:avLst/>
            </a:prstGeom>
            <a:solidFill>
              <a:srgbClr val="C3D8F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7" name="菱形 116"/>
            <p:cNvSpPr/>
            <p:nvPr/>
          </p:nvSpPr>
          <p:spPr>
            <a:xfrm>
              <a:off x="8818" y="4284"/>
              <a:ext cx="1328" cy="776"/>
            </a:xfrm>
            <a:prstGeom prst="diamond">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50" name="组合 2"/>
          <p:cNvGrpSpPr/>
          <p:nvPr/>
        </p:nvGrpSpPr>
        <p:grpSpPr>
          <a:xfrm>
            <a:off x="7868200" y="4252139"/>
            <a:ext cx="3554095" cy="645160"/>
            <a:chOff x="2810" y="3577"/>
            <a:chExt cx="6161" cy="1018"/>
          </a:xfrm>
        </p:grpSpPr>
        <p:sp>
          <p:nvSpPr>
            <p:cNvPr id="151" name="Rectangle 73"/>
            <p:cNvSpPr/>
            <p:nvPr/>
          </p:nvSpPr>
          <p:spPr>
            <a:xfrm>
              <a:off x="3851" y="3715"/>
              <a:ext cx="5120" cy="747"/>
            </a:xfrm>
            <a:prstGeom prst="rect">
              <a:avLst/>
            </a:prstGeom>
            <a:noFill/>
            <a:ln w="9525">
              <a:noFill/>
            </a:ln>
          </p:spPr>
          <p:txBody>
            <a:bodyPr lIns="144000" tIns="0" rIns="144000" bIns="0" anchor="t"/>
            <a:lstStyle/>
            <a:p>
              <a:pPr algn="ctr"/>
              <a:r>
                <a:rPr lang="zh-CN" altLang="en-US" sz="3000" dirty="0">
                  <a:solidFill>
                    <a:schemeClr val="bg1"/>
                  </a:solidFill>
                  <a:latin typeface="微软雅黑" panose="020B0503020204020204" pitchFamily="34" charset="-122"/>
                  <a:ea typeface="微软雅黑" panose="020B0503020204020204" pitchFamily="34" charset="-122"/>
                </a:rPr>
                <a:t>使用技术</a:t>
              </a:r>
            </a:p>
          </p:txBody>
        </p:sp>
        <p:sp>
          <p:nvSpPr>
            <p:cNvPr id="152" name="文本框 50"/>
            <p:cNvSpPr txBox="1"/>
            <p:nvPr/>
          </p:nvSpPr>
          <p:spPr>
            <a:xfrm>
              <a:off x="2810" y="3577"/>
              <a:ext cx="1526" cy="1018"/>
            </a:xfrm>
            <a:prstGeom prst="rect">
              <a:avLst/>
            </a:prstGeom>
            <a:noFill/>
            <a:ln w="9525">
              <a:noFill/>
            </a:ln>
          </p:spPr>
          <p:txBody>
            <a:bodyPr wrap="square" anchor="t">
              <a:spAutoFit/>
            </a:bodyPr>
            <a:lstStyle/>
            <a:p>
              <a:pPr algn="ctr"/>
              <a:r>
                <a:rPr lang="en-US" altLang="zh-CN" sz="3600" dirty="0">
                  <a:solidFill>
                    <a:schemeClr val="bg1"/>
                  </a:solidFill>
                  <a:latin typeface="微软雅黑" panose="020B0503020204020204" pitchFamily="34" charset="-122"/>
                  <a:ea typeface="微软雅黑" panose="020B0503020204020204" pitchFamily="34" charset="-122"/>
                </a:rPr>
                <a:t>04</a:t>
              </a:r>
            </a:p>
          </p:txBody>
        </p:sp>
      </p:grpSp>
      <p:grpSp>
        <p:nvGrpSpPr>
          <p:cNvPr id="154" name="组合 153"/>
          <p:cNvGrpSpPr/>
          <p:nvPr/>
        </p:nvGrpSpPr>
        <p:grpSpPr>
          <a:xfrm>
            <a:off x="7200075" y="4329834"/>
            <a:ext cx="657860" cy="488315"/>
            <a:chOff x="8802" y="4284"/>
            <a:chExt cx="1582" cy="1172"/>
          </a:xfrm>
        </p:grpSpPr>
        <p:sp>
          <p:nvSpPr>
            <p:cNvPr id="155" name="菱形 154"/>
            <p:cNvSpPr/>
            <p:nvPr/>
          </p:nvSpPr>
          <p:spPr>
            <a:xfrm>
              <a:off x="8802" y="4532"/>
              <a:ext cx="1583" cy="925"/>
            </a:xfrm>
            <a:prstGeom prst="diamond">
              <a:avLst/>
            </a:prstGeom>
            <a:solidFill>
              <a:srgbClr val="C3D8F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6" name="菱形 155"/>
            <p:cNvSpPr/>
            <p:nvPr/>
          </p:nvSpPr>
          <p:spPr>
            <a:xfrm>
              <a:off x="8818" y="4284"/>
              <a:ext cx="1328" cy="776"/>
            </a:xfrm>
            <a:prstGeom prst="diamond">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9" name="组合 2"/>
          <p:cNvGrpSpPr/>
          <p:nvPr/>
        </p:nvGrpSpPr>
        <p:grpSpPr>
          <a:xfrm>
            <a:off x="7861850" y="2429689"/>
            <a:ext cx="3554095" cy="645160"/>
            <a:chOff x="2810" y="3577"/>
            <a:chExt cx="6161" cy="1018"/>
          </a:xfrm>
        </p:grpSpPr>
        <p:sp>
          <p:nvSpPr>
            <p:cNvPr id="160" name="Rectangle 73"/>
            <p:cNvSpPr/>
            <p:nvPr/>
          </p:nvSpPr>
          <p:spPr>
            <a:xfrm>
              <a:off x="3851" y="3715"/>
              <a:ext cx="5120" cy="747"/>
            </a:xfrm>
            <a:prstGeom prst="rect">
              <a:avLst/>
            </a:prstGeom>
            <a:noFill/>
            <a:ln w="9525">
              <a:noFill/>
            </a:ln>
          </p:spPr>
          <p:txBody>
            <a:bodyPr lIns="144000" tIns="0" rIns="144000" bIns="0" anchor="t"/>
            <a:lstStyle/>
            <a:p>
              <a:pPr algn="ctr"/>
              <a:r>
                <a:rPr lang="zh-CN" altLang="en-US" sz="3000" dirty="0">
                  <a:solidFill>
                    <a:schemeClr val="bg1"/>
                  </a:solidFill>
                  <a:latin typeface="微软雅黑" panose="020B0503020204020204" pitchFamily="34" charset="-122"/>
                  <a:ea typeface="微软雅黑" panose="020B0503020204020204" pitchFamily="34" charset="-122"/>
                </a:rPr>
                <a:t>小组成员</a:t>
              </a:r>
            </a:p>
          </p:txBody>
        </p:sp>
        <p:sp>
          <p:nvSpPr>
            <p:cNvPr id="161" name="文本框 50"/>
            <p:cNvSpPr txBox="1"/>
            <p:nvPr/>
          </p:nvSpPr>
          <p:spPr>
            <a:xfrm>
              <a:off x="2810" y="3577"/>
              <a:ext cx="1526" cy="1018"/>
            </a:xfrm>
            <a:prstGeom prst="rect">
              <a:avLst/>
            </a:prstGeom>
            <a:noFill/>
            <a:ln w="9525">
              <a:noFill/>
            </a:ln>
          </p:spPr>
          <p:txBody>
            <a:bodyPr wrap="square" anchor="t">
              <a:spAutoFit/>
            </a:bodyPr>
            <a:lstStyle/>
            <a:p>
              <a:pPr algn="ctr"/>
              <a:r>
                <a:rPr lang="en-US" altLang="zh-CN" sz="3600">
                  <a:solidFill>
                    <a:schemeClr val="bg1"/>
                  </a:solidFill>
                  <a:latin typeface="微软雅黑" panose="020B0503020204020204" pitchFamily="34" charset="-122"/>
                  <a:ea typeface="微软雅黑" panose="020B0503020204020204" pitchFamily="34" charset="-122"/>
                </a:rPr>
                <a:t>02</a:t>
              </a:r>
            </a:p>
          </p:txBody>
        </p:sp>
      </p:grpSp>
      <p:grpSp>
        <p:nvGrpSpPr>
          <p:cNvPr id="163" name="组合 162"/>
          <p:cNvGrpSpPr/>
          <p:nvPr/>
        </p:nvGrpSpPr>
        <p:grpSpPr>
          <a:xfrm>
            <a:off x="7212245" y="2527209"/>
            <a:ext cx="657860" cy="488315"/>
            <a:chOff x="8802" y="4284"/>
            <a:chExt cx="1582" cy="1172"/>
          </a:xfrm>
        </p:grpSpPr>
        <p:sp>
          <p:nvSpPr>
            <p:cNvPr id="164" name="菱形 163"/>
            <p:cNvSpPr/>
            <p:nvPr/>
          </p:nvSpPr>
          <p:spPr>
            <a:xfrm>
              <a:off x="8802" y="4532"/>
              <a:ext cx="1583" cy="925"/>
            </a:xfrm>
            <a:prstGeom prst="diamond">
              <a:avLst/>
            </a:prstGeom>
            <a:solidFill>
              <a:srgbClr val="C3D8F6"/>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5" name="菱形 164"/>
            <p:cNvSpPr/>
            <p:nvPr/>
          </p:nvSpPr>
          <p:spPr>
            <a:xfrm>
              <a:off x="8818" y="4284"/>
              <a:ext cx="1328" cy="776"/>
            </a:xfrm>
            <a:prstGeom prst="diamond">
              <a:avLst/>
            </a:prstGeom>
            <a:solidFill>
              <a:schemeClr val="bg1"/>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flipV="1">
            <a:off x="5715" y="4445"/>
            <a:ext cx="12192000" cy="5227955"/>
          </a:xfrm>
          <a:prstGeom prst="rtTriangle">
            <a:avLst/>
          </a:prstGeom>
          <a:solidFill>
            <a:srgbClr val="6498C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40" name="文本框 47"/>
          <p:cNvSpPr txBox="1"/>
          <p:nvPr/>
        </p:nvSpPr>
        <p:spPr>
          <a:xfrm>
            <a:off x="4813300" y="3550285"/>
            <a:ext cx="6449695" cy="1106805"/>
          </a:xfrm>
          <a:prstGeom prst="rect">
            <a:avLst/>
          </a:prstGeom>
          <a:noFill/>
          <a:ln w="9525">
            <a:noFill/>
          </a:ln>
        </p:spPr>
        <p:txBody>
          <a:bodyPr vert="horz" wrap="square" anchor="t">
            <a:spAutoFit/>
          </a:bodyPr>
          <a:lstStyle/>
          <a:p>
            <a:pPr lvl="0" algn="l">
              <a:buClrTx/>
              <a:buSzTx/>
              <a:buFontTx/>
            </a:pPr>
            <a:r>
              <a:rPr lang="zh-CN" altLang="en-US" sz="66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项目简介</a:t>
            </a:r>
          </a:p>
        </p:txBody>
      </p:sp>
      <p:pic>
        <p:nvPicPr>
          <p:cNvPr id="2" name="图片 1">
            <a:extLst>
              <a:ext uri="{FF2B5EF4-FFF2-40B4-BE49-F238E27FC236}">
                <a16:creationId xmlns:a16="http://schemas.microsoft.com/office/drawing/2014/main" id="{58F9469F-907C-4E80-8DB3-768CC7198174}"/>
              </a:ext>
            </a:extLst>
          </p:cNvPr>
          <p:cNvPicPr>
            <a:picLocks noChangeAspect="1"/>
          </p:cNvPicPr>
          <p:nvPr/>
        </p:nvPicPr>
        <p:blipFill>
          <a:blip r:embed="rId3"/>
          <a:stretch>
            <a:fillRect/>
          </a:stretch>
        </p:blipFill>
        <p:spPr>
          <a:xfrm>
            <a:off x="0" y="3009265"/>
            <a:ext cx="3401863" cy="2231329"/>
          </a:xfrm>
          <a:prstGeom prst="rect">
            <a:avLst/>
          </a:prstGeom>
        </p:spPr>
      </p:pic>
      <p:sp>
        <p:nvSpPr>
          <p:cNvPr id="9241" name="文本框 48"/>
          <p:cNvSpPr txBox="1"/>
          <p:nvPr/>
        </p:nvSpPr>
        <p:spPr>
          <a:xfrm>
            <a:off x="12065" y="3810"/>
            <a:ext cx="6096000" cy="1230630"/>
          </a:xfrm>
          <a:prstGeom prst="rect">
            <a:avLst/>
          </a:prstGeom>
          <a:noFill/>
          <a:ln w="9525">
            <a:noFill/>
          </a:ln>
        </p:spPr>
        <p:txBody>
          <a:bodyPr vert="horz" wrap="square" lIns="0" tIns="0" rIns="0" bIns="0" anchor="t">
            <a:spAutoFit/>
          </a:bodyPr>
          <a:lstStyle/>
          <a:p>
            <a:pPr lvl="0" algn="ctr">
              <a:buClrTx/>
              <a:buSzTx/>
              <a:buFontTx/>
            </a:pPr>
            <a:r>
              <a:rPr lang="zh-CN" altLang="en-US" sz="8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PART ONE</a:t>
            </a:r>
          </a:p>
        </p:txBody>
      </p:sp>
      <p:grpSp>
        <p:nvGrpSpPr>
          <p:cNvPr id="37" name="组合 36"/>
          <p:cNvGrpSpPr/>
          <p:nvPr/>
        </p:nvGrpSpPr>
        <p:grpSpPr>
          <a:xfrm>
            <a:off x="9516110" y="6447790"/>
            <a:ext cx="2233295" cy="231140"/>
            <a:chOff x="5384" y="8296"/>
            <a:chExt cx="3517" cy="364"/>
          </a:xfrm>
          <a:solidFill>
            <a:srgbClr val="6498CE"/>
          </a:solidFill>
        </p:grpSpPr>
        <p:sp>
          <p:nvSpPr>
            <p:cNvPr id="38" name="八角星 37"/>
            <p:cNvSpPr/>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八角星 38"/>
            <p:cNvSpPr/>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八角星 40"/>
            <p:cNvSpPr/>
            <p:nvPr/>
          </p:nvSpPr>
          <p:spPr>
            <a:xfrm>
              <a:off x="8537"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26258"/>
            <a:ext cx="2921635" cy="479106"/>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项目简介</a:t>
            </a:r>
          </a:p>
        </p:txBody>
      </p:sp>
      <p:grpSp>
        <p:nvGrpSpPr>
          <p:cNvPr id="16" name="组合 15"/>
          <p:cNvGrpSpPr/>
          <p:nvPr/>
        </p:nvGrpSpPr>
        <p:grpSpPr>
          <a:xfrm>
            <a:off x="6235065" y="2699385"/>
            <a:ext cx="4913630" cy="2963839"/>
            <a:chOff x="2155" y="4093"/>
            <a:chExt cx="6348" cy="3191"/>
          </a:xfrm>
        </p:grpSpPr>
        <p:sp>
          <p:nvSpPr>
            <p:cNvPr id="17" name="圆角矩形 16"/>
            <p:cNvSpPr/>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19" name="组合 15"/>
          <p:cNvGrpSpPr/>
          <p:nvPr/>
        </p:nvGrpSpPr>
        <p:grpSpPr>
          <a:xfrm>
            <a:off x="6462975" y="3028060"/>
            <a:ext cx="4458051" cy="2264750"/>
            <a:chOff x="-1403" y="3053"/>
            <a:chExt cx="7330" cy="3645"/>
          </a:xfrm>
        </p:grpSpPr>
        <p:sp>
          <p:nvSpPr>
            <p:cNvPr id="20" name="333333"/>
            <p:cNvSpPr txBox="1"/>
            <p:nvPr/>
          </p:nvSpPr>
          <p:spPr>
            <a:xfrm>
              <a:off x="-1403" y="3053"/>
              <a:ext cx="2819"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项目简介</a:t>
              </a:r>
            </a:p>
          </p:txBody>
        </p:sp>
        <p:sp>
          <p:nvSpPr>
            <p:cNvPr id="21" name="1111"/>
            <p:cNvSpPr txBox="1"/>
            <p:nvPr/>
          </p:nvSpPr>
          <p:spPr>
            <a:xfrm>
              <a:off x="-1401" y="3645"/>
              <a:ext cx="7328" cy="3053"/>
            </a:xfrm>
            <a:prstGeom prst="rect">
              <a:avLst/>
            </a:prstGeom>
            <a:noFill/>
            <a:ln w="9525">
              <a:noFill/>
            </a:ln>
          </p:spPr>
          <p:txBody>
            <a:bodyPr wrap="square" anchor="t">
              <a:spAutoFit/>
            </a:bodyPr>
            <a:lstStyle/>
            <a:p>
              <a:pPr algn="just">
                <a:lnSpc>
                  <a:spcPct val="15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rPr>
                <a:t>天津旅行助手，一款基于大语言模型的智能规划工具，通过深度理解游客需求，提供行程规划、景点深度介绍及美食探索等全方位服务，旨在让每位游客享受量身定制的天津之旅，提升旅行体验。</a:t>
              </a: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1" name="组合 30"/>
          <p:cNvGrpSpPr/>
          <p:nvPr/>
        </p:nvGrpSpPr>
        <p:grpSpPr>
          <a:xfrm flipH="1">
            <a:off x="6312535" y="2012315"/>
            <a:ext cx="2661920" cy="93345"/>
            <a:chOff x="9842" y="3313"/>
            <a:chExt cx="4192" cy="147"/>
          </a:xfrm>
        </p:grpSpPr>
        <p:cxnSp>
          <p:nvCxnSpPr>
            <p:cNvPr id="29" name="直接连接符 28"/>
            <p:cNvCxnSpPr/>
            <p:nvPr/>
          </p:nvCxnSpPr>
          <p:spPr>
            <a:xfrm>
              <a:off x="9842" y="3313"/>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nvCxnSpPr>
          <p:spPr>
            <a:xfrm>
              <a:off x="11314" y="3460"/>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sp>
        <p:nvSpPr>
          <p:cNvPr id="3" name="文本框 2">
            <a:extLst>
              <a:ext uri="{FF2B5EF4-FFF2-40B4-BE49-F238E27FC236}">
                <a16:creationId xmlns:a16="http://schemas.microsoft.com/office/drawing/2014/main" id="{CCD7451B-6CB4-48A1-B6FD-6E420D95AA03}"/>
              </a:ext>
            </a:extLst>
          </p:cNvPr>
          <p:cNvSpPr txBox="1"/>
          <p:nvPr/>
        </p:nvSpPr>
        <p:spPr>
          <a:xfrm>
            <a:off x="1270974" y="2357221"/>
            <a:ext cx="3753853" cy="3046988"/>
          </a:xfrm>
          <a:prstGeom prst="rect">
            <a:avLst/>
          </a:prstGeom>
          <a:noFill/>
        </p:spPr>
        <p:txBody>
          <a:bodyPr wrap="square" rtlCol="0">
            <a:spAutoFit/>
          </a:bodyPr>
          <a:lstStyle/>
          <a:p>
            <a:r>
              <a:rPr lang="zh-CN" altLang="en-US" sz="32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你是否仍在为如何畅游天津而烦恼？</a:t>
            </a:r>
            <a:endParaRPr lang="en-US" altLang="zh-CN" sz="32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32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endParaRPr>
          </a:p>
          <a:p>
            <a:endParaRPr lang="en-US" altLang="zh-CN" sz="32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endParaRPr>
          </a:p>
          <a:p>
            <a:r>
              <a:rPr lang="zh-CN" altLang="en-US" sz="32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让天津旅行助手为你分忧！</a:t>
            </a:r>
            <a:endParaRPr lang="zh-CN" altLang="en-US" sz="3200" dirty="0"/>
          </a:p>
        </p:txBody>
      </p:sp>
    </p:spTree>
    <p:custDataLst>
      <p:tags r:id="rId1"/>
    </p:custDataLst>
    <p:extLst>
      <p:ext uri="{BB962C8B-B14F-4D97-AF65-F5344CB8AC3E}">
        <p14:creationId xmlns:p14="http://schemas.microsoft.com/office/powerpoint/2010/main" val="196690190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flipH="1" flipV="1">
            <a:off x="5715" y="4445"/>
            <a:ext cx="12192000" cy="5227955"/>
          </a:xfrm>
          <a:prstGeom prst="rtTriangle">
            <a:avLst/>
          </a:prstGeom>
          <a:solidFill>
            <a:srgbClr val="6498C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40" name="文本框 47"/>
          <p:cNvSpPr txBox="1"/>
          <p:nvPr/>
        </p:nvSpPr>
        <p:spPr>
          <a:xfrm>
            <a:off x="1184275" y="3550285"/>
            <a:ext cx="6449695" cy="1106805"/>
          </a:xfrm>
          <a:prstGeom prst="rect">
            <a:avLst/>
          </a:prstGeom>
          <a:noFill/>
          <a:ln w="9525">
            <a:noFill/>
          </a:ln>
        </p:spPr>
        <p:txBody>
          <a:bodyPr vert="horz" wrap="square" anchor="t">
            <a:spAutoFit/>
          </a:bodyPr>
          <a:lstStyle/>
          <a:p>
            <a:pPr lvl="0" algn="r">
              <a:buClrTx/>
              <a:buSzTx/>
              <a:buFontTx/>
            </a:pPr>
            <a:r>
              <a:rPr lang="zh-CN" altLang="en-US" sz="66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小组成员</a:t>
            </a:r>
          </a:p>
        </p:txBody>
      </p:sp>
      <p:pic>
        <p:nvPicPr>
          <p:cNvPr id="19" name="图片 18">
            <a:extLst>
              <a:ext uri="{FF2B5EF4-FFF2-40B4-BE49-F238E27FC236}">
                <a16:creationId xmlns:a16="http://schemas.microsoft.com/office/drawing/2014/main" id="{5323DB31-E45B-46C8-AF18-F21DA2B51127}"/>
              </a:ext>
            </a:extLst>
          </p:cNvPr>
          <p:cNvPicPr>
            <a:picLocks noChangeAspect="1"/>
          </p:cNvPicPr>
          <p:nvPr/>
        </p:nvPicPr>
        <p:blipFill>
          <a:blip r:embed="rId3"/>
          <a:stretch>
            <a:fillRect/>
          </a:stretch>
        </p:blipFill>
        <p:spPr>
          <a:xfrm>
            <a:off x="8816492" y="3013771"/>
            <a:ext cx="3401863" cy="2231329"/>
          </a:xfrm>
          <a:prstGeom prst="rect">
            <a:avLst/>
          </a:prstGeom>
        </p:spPr>
      </p:pic>
      <p:sp>
        <p:nvSpPr>
          <p:cNvPr id="9241" name="文本框 48"/>
          <p:cNvSpPr txBox="1"/>
          <p:nvPr/>
        </p:nvSpPr>
        <p:spPr>
          <a:xfrm>
            <a:off x="6096000" y="0"/>
            <a:ext cx="6096000" cy="1230630"/>
          </a:xfrm>
          <a:prstGeom prst="rect">
            <a:avLst/>
          </a:prstGeom>
          <a:noFill/>
          <a:ln w="9525">
            <a:noFill/>
          </a:ln>
        </p:spPr>
        <p:txBody>
          <a:bodyPr vert="horz" wrap="square" lIns="0" tIns="0" rIns="0" bIns="0" anchor="t">
            <a:spAutoFit/>
          </a:bodyPr>
          <a:lstStyle/>
          <a:p>
            <a:pPr lvl="0" algn="ctr">
              <a:buClrTx/>
              <a:buSzTx/>
              <a:buFontTx/>
            </a:pPr>
            <a:r>
              <a:rPr lang="zh-CN" altLang="en-US" sz="8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PART </a:t>
            </a:r>
            <a:r>
              <a:rPr lang="en-US" altLang="zh-CN" sz="8000" b="1" dirty="0">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TWO</a:t>
            </a:r>
          </a:p>
        </p:txBody>
      </p:sp>
      <p:grpSp>
        <p:nvGrpSpPr>
          <p:cNvPr id="37" name="组合 36"/>
          <p:cNvGrpSpPr/>
          <p:nvPr/>
        </p:nvGrpSpPr>
        <p:grpSpPr>
          <a:xfrm>
            <a:off x="391160" y="6447790"/>
            <a:ext cx="2233295" cy="231140"/>
            <a:chOff x="5384" y="8296"/>
            <a:chExt cx="3517" cy="364"/>
          </a:xfrm>
          <a:solidFill>
            <a:srgbClr val="6498CE"/>
          </a:solidFill>
        </p:grpSpPr>
        <p:sp>
          <p:nvSpPr>
            <p:cNvPr id="38" name="八角星 37"/>
            <p:cNvSpPr/>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八角星 38"/>
            <p:cNvSpPr/>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八角星 40"/>
            <p:cNvSpPr/>
            <p:nvPr/>
          </p:nvSpPr>
          <p:spPr>
            <a:xfrm>
              <a:off x="8537"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0262" name="组合 15"/>
          <p:cNvGrpSpPr/>
          <p:nvPr/>
        </p:nvGrpSpPr>
        <p:grpSpPr>
          <a:xfrm>
            <a:off x="357396" y="3730897"/>
            <a:ext cx="3275725" cy="1142006"/>
            <a:chOff x="-1401" y="3061"/>
            <a:chExt cx="5386" cy="1838"/>
          </a:xfrm>
        </p:grpSpPr>
        <p:sp>
          <p:nvSpPr>
            <p:cNvPr id="10263" name="333333"/>
            <p:cNvSpPr txBox="1"/>
            <p:nvPr/>
          </p:nvSpPr>
          <p:spPr>
            <a:xfrm>
              <a:off x="1166" y="3061"/>
              <a:ext cx="2819" cy="593"/>
            </a:xfrm>
            <a:prstGeom prst="rect">
              <a:avLst/>
            </a:prstGeom>
            <a:noFill/>
            <a:ln w="9525">
              <a:noFill/>
            </a:ln>
          </p:spPr>
          <p:txBody>
            <a:bodyPr wrap="square" anchor="t">
              <a:spAutoFit/>
            </a:bodyPr>
            <a:lstStyle/>
            <a:p>
              <a:pPr algn="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魏泽钒（前端）</a:t>
              </a:r>
            </a:p>
          </p:txBody>
        </p:sp>
        <p:sp>
          <p:nvSpPr>
            <p:cNvPr id="10264" name="1111"/>
            <p:cNvSpPr txBox="1"/>
            <p:nvPr/>
          </p:nvSpPr>
          <p:spPr>
            <a:xfrm>
              <a:off x="-1401" y="3645"/>
              <a:ext cx="5386" cy="1254"/>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dirty="0">
                  <a:solidFill>
                    <a:srgbClr val="262626"/>
                  </a:solidFill>
                  <a:latin typeface="微软雅黑 Light" panose="020B0502040204020203" charset="-122"/>
                  <a:ea typeface="微软雅黑 Light" panose="020B0502040204020203" charset="-122"/>
                </a:rPr>
                <a:t>项目中前端界面的功能丰富和风格修改</a:t>
              </a:r>
              <a:endParaRPr lang="zh-CN" altLang="en-US"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22" name="组合 15"/>
          <p:cNvGrpSpPr/>
          <p:nvPr/>
        </p:nvGrpSpPr>
        <p:grpSpPr>
          <a:xfrm>
            <a:off x="8581335" y="3725924"/>
            <a:ext cx="3276941" cy="1146976"/>
            <a:chOff x="-1403" y="3053"/>
            <a:chExt cx="5388" cy="1846"/>
          </a:xfrm>
        </p:grpSpPr>
        <p:sp>
          <p:nvSpPr>
            <p:cNvPr id="23" name="333333"/>
            <p:cNvSpPr txBox="1"/>
            <p:nvPr/>
          </p:nvSpPr>
          <p:spPr>
            <a:xfrm>
              <a:off x="-1403" y="3053"/>
              <a:ext cx="2819"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杨至尧（前端）</a:t>
              </a:r>
            </a:p>
          </p:txBody>
        </p:sp>
        <p:sp>
          <p:nvSpPr>
            <p:cNvPr id="24" name="1111"/>
            <p:cNvSpPr txBox="1"/>
            <p:nvPr/>
          </p:nvSpPr>
          <p:spPr>
            <a:xfrm>
              <a:off x="-1401" y="3645"/>
              <a:ext cx="5386" cy="1254"/>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dirty="0">
                  <a:solidFill>
                    <a:srgbClr val="262626"/>
                  </a:solidFill>
                  <a:latin typeface="微软雅黑 Light" panose="020B0502040204020203" charset="-122"/>
                  <a:ea typeface="微软雅黑 Light" panose="020B0502040204020203" charset="-122"/>
                </a:rPr>
                <a:t>项目中前端界面的功能丰富和前后端对接</a:t>
              </a:r>
              <a:endParaRPr lang="zh-CN" altLang="en-US"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25" name="组合 15"/>
          <p:cNvGrpSpPr/>
          <p:nvPr/>
        </p:nvGrpSpPr>
        <p:grpSpPr>
          <a:xfrm>
            <a:off x="357889" y="1250695"/>
            <a:ext cx="3950211" cy="1146976"/>
            <a:chOff x="-2509" y="3053"/>
            <a:chExt cx="6495" cy="1846"/>
          </a:xfrm>
        </p:grpSpPr>
        <p:sp>
          <p:nvSpPr>
            <p:cNvPr id="26" name="333333"/>
            <p:cNvSpPr txBox="1"/>
            <p:nvPr/>
          </p:nvSpPr>
          <p:spPr>
            <a:xfrm>
              <a:off x="-671" y="3053"/>
              <a:ext cx="2819" cy="593"/>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王安澜（后端）</a:t>
              </a:r>
            </a:p>
          </p:txBody>
        </p:sp>
        <p:sp>
          <p:nvSpPr>
            <p:cNvPr id="27" name="1111"/>
            <p:cNvSpPr txBox="1"/>
            <p:nvPr/>
          </p:nvSpPr>
          <p:spPr>
            <a:xfrm>
              <a:off x="-2509" y="3645"/>
              <a:ext cx="6495" cy="1254"/>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dirty="0">
                  <a:solidFill>
                    <a:srgbClr val="262626"/>
                  </a:solidFill>
                  <a:latin typeface="微软雅黑 Light" panose="020B0502040204020203" charset="-122"/>
                  <a:ea typeface="微软雅黑 Light" panose="020B0502040204020203" charset="-122"/>
                </a:rPr>
                <a:t>项目中</a:t>
              </a:r>
              <a:r>
                <a:rPr lang="en-US" altLang="zh-CN" dirty="0" err="1">
                  <a:solidFill>
                    <a:srgbClr val="262626"/>
                  </a:solidFill>
                  <a:latin typeface="微软雅黑 Light" panose="020B0502040204020203" charset="-122"/>
                  <a:ea typeface="微软雅黑 Light" panose="020B0502040204020203" charset="-122"/>
                </a:rPr>
                <a:t>llm</a:t>
              </a:r>
              <a:r>
                <a:rPr lang="zh-CN" altLang="en-US" dirty="0">
                  <a:solidFill>
                    <a:srgbClr val="262626"/>
                  </a:solidFill>
                  <a:latin typeface="微软雅黑 Light" panose="020B0502040204020203" charset="-122"/>
                  <a:ea typeface="微软雅黑 Light" panose="020B0502040204020203" charset="-122"/>
                </a:rPr>
                <a:t>与网页文本等非结构化数据结合的</a:t>
              </a:r>
              <a:r>
                <a:rPr lang="en-US" altLang="zh-CN" dirty="0">
                  <a:solidFill>
                    <a:srgbClr val="262626"/>
                  </a:solidFill>
                  <a:latin typeface="微软雅黑 Light" panose="020B0502040204020203" charset="-122"/>
                  <a:ea typeface="微软雅黑 Light" panose="020B0502040204020203" charset="-122"/>
                </a:rPr>
                <a:t>RAG</a:t>
              </a:r>
              <a:r>
                <a:rPr lang="zh-CN" altLang="en-US" dirty="0">
                  <a:solidFill>
                    <a:srgbClr val="262626"/>
                  </a:solidFill>
                  <a:latin typeface="微软雅黑 Light" panose="020B0502040204020203" charset="-122"/>
                  <a:ea typeface="微软雅黑 Light" panose="020B0502040204020203" charset="-122"/>
                </a:rPr>
                <a:t>部分的开发</a:t>
              </a:r>
              <a:endParaRPr lang="zh-CN" altLang="en-US"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28" name="组合 15"/>
          <p:cNvGrpSpPr/>
          <p:nvPr/>
        </p:nvGrpSpPr>
        <p:grpSpPr>
          <a:xfrm>
            <a:off x="7808344" y="1250695"/>
            <a:ext cx="3950211" cy="1146976"/>
            <a:chOff x="-2509" y="3053"/>
            <a:chExt cx="6495" cy="1846"/>
          </a:xfrm>
        </p:grpSpPr>
        <p:sp>
          <p:nvSpPr>
            <p:cNvPr id="29" name="333333"/>
            <p:cNvSpPr txBox="1"/>
            <p:nvPr/>
          </p:nvSpPr>
          <p:spPr>
            <a:xfrm>
              <a:off x="-671" y="3053"/>
              <a:ext cx="2819" cy="593"/>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张可涵（后端）</a:t>
              </a:r>
            </a:p>
          </p:txBody>
        </p:sp>
        <p:sp>
          <p:nvSpPr>
            <p:cNvPr id="30" name="1111"/>
            <p:cNvSpPr txBox="1"/>
            <p:nvPr/>
          </p:nvSpPr>
          <p:spPr>
            <a:xfrm>
              <a:off x="-2509" y="3645"/>
              <a:ext cx="6495" cy="1254"/>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dirty="0">
                  <a:solidFill>
                    <a:srgbClr val="262626"/>
                  </a:solidFill>
                  <a:latin typeface="微软雅黑 Light" panose="020B0502040204020203" charset="-122"/>
                  <a:ea typeface="微软雅黑 Light" panose="020B0502040204020203" charset="-122"/>
                </a:rPr>
                <a:t>项目中</a:t>
              </a:r>
              <a:r>
                <a:rPr lang="en-US" altLang="zh-CN" dirty="0" err="1">
                  <a:solidFill>
                    <a:srgbClr val="262626"/>
                  </a:solidFill>
                  <a:latin typeface="微软雅黑 Light" panose="020B0502040204020203" charset="-122"/>
                  <a:ea typeface="微软雅黑 Light" panose="020B0502040204020203" charset="-122"/>
                </a:rPr>
                <a:t>llm</a:t>
              </a:r>
              <a:r>
                <a:rPr lang="zh-CN" altLang="en-US" dirty="0">
                  <a:solidFill>
                    <a:srgbClr val="262626"/>
                  </a:solidFill>
                  <a:latin typeface="微软雅黑 Light" panose="020B0502040204020203" charset="-122"/>
                  <a:ea typeface="微软雅黑 Light" panose="020B0502040204020203" charset="-122"/>
                </a:rPr>
                <a:t>与数据库，</a:t>
              </a:r>
              <a:r>
                <a:rPr lang="en-US" altLang="zh-CN" dirty="0">
                  <a:solidFill>
                    <a:srgbClr val="262626"/>
                  </a:solidFill>
                  <a:latin typeface="微软雅黑 Light" panose="020B0502040204020203" charset="-122"/>
                  <a:ea typeface="微软雅黑 Light" panose="020B0502040204020203" charset="-122"/>
                </a:rPr>
                <a:t>csv</a:t>
              </a:r>
              <a:r>
                <a:rPr lang="zh-CN" altLang="en-US" dirty="0">
                  <a:solidFill>
                    <a:srgbClr val="262626"/>
                  </a:solidFill>
                  <a:latin typeface="微软雅黑 Light" panose="020B0502040204020203" charset="-122"/>
                  <a:ea typeface="微软雅黑 Light" panose="020B0502040204020203" charset="-122"/>
                </a:rPr>
                <a:t>等结构化数据结合部分的开发</a:t>
              </a:r>
              <a:endParaRPr lang="zh-CN" altLang="en-US"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10244" name="标题 1"/>
          <p:cNvSpPr txBox="1"/>
          <p:nvPr/>
        </p:nvSpPr>
        <p:spPr>
          <a:xfrm flipH="1">
            <a:off x="-243840" y="526258"/>
            <a:ext cx="2921635" cy="479106"/>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小组成员</a:t>
            </a:r>
          </a:p>
        </p:txBody>
      </p:sp>
      <p:pic>
        <p:nvPicPr>
          <p:cNvPr id="2" name="图片 1">
            <a:extLst>
              <a:ext uri="{FF2B5EF4-FFF2-40B4-BE49-F238E27FC236}">
                <a16:creationId xmlns:a16="http://schemas.microsoft.com/office/drawing/2014/main" id="{7A14C7B7-8DC4-4E33-80D4-51CB8684551A}"/>
              </a:ext>
            </a:extLst>
          </p:cNvPr>
          <p:cNvPicPr>
            <a:picLocks noChangeAspect="1"/>
          </p:cNvPicPr>
          <p:nvPr/>
        </p:nvPicPr>
        <p:blipFill>
          <a:blip r:embed="rId3"/>
          <a:stretch>
            <a:fillRect/>
          </a:stretch>
        </p:blipFill>
        <p:spPr>
          <a:xfrm>
            <a:off x="4962045" y="3262838"/>
            <a:ext cx="2267909" cy="3353091"/>
          </a:xfrm>
          <a:prstGeom prst="rect">
            <a:avLst/>
          </a:prstGeom>
        </p:spPr>
      </p:pic>
    </p:spTree>
    <p:custDataLst>
      <p:tags r:id="rId1"/>
    </p:custDataLst>
    <p:extLst>
      <p:ext uri="{BB962C8B-B14F-4D97-AF65-F5344CB8AC3E}">
        <p14:creationId xmlns:p14="http://schemas.microsoft.com/office/powerpoint/2010/main" val="29943759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flipV="1">
            <a:off x="5715" y="4445"/>
            <a:ext cx="12192000" cy="5227955"/>
          </a:xfrm>
          <a:prstGeom prst="rtTriangle">
            <a:avLst/>
          </a:prstGeom>
          <a:solidFill>
            <a:srgbClr val="6498C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40" name="文本框 47"/>
          <p:cNvSpPr txBox="1"/>
          <p:nvPr/>
        </p:nvSpPr>
        <p:spPr>
          <a:xfrm>
            <a:off x="4813300" y="3550285"/>
            <a:ext cx="6449695" cy="1106805"/>
          </a:xfrm>
          <a:prstGeom prst="rect">
            <a:avLst/>
          </a:prstGeom>
          <a:noFill/>
          <a:ln w="9525">
            <a:noFill/>
          </a:ln>
        </p:spPr>
        <p:txBody>
          <a:bodyPr vert="horz" wrap="square" anchor="t">
            <a:spAutoFit/>
          </a:bodyPr>
          <a:lstStyle/>
          <a:p>
            <a:pPr lvl="0" algn="l">
              <a:buClrTx/>
              <a:buSzTx/>
              <a:buFontTx/>
            </a:pPr>
            <a:r>
              <a:rPr lang="zh-CN" altLang="en-US" sz="66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页面展示</a:t>
            </a:r>
          </a:p>
        </p:txBody>
      </p:sp>
      <p:sp>
        <p:nvSpPr>
          <p:cNvPr id="9241" name="文本框 48"/>
          <p:cNvSpPr txBox="1"/>
          <p:nvPr/>
        </p:nvSpPr>
        <p:spPr>
          <a:xfrm>
            <a:off x="12065" y="3810"/>
            <a:ext cx="6386830" cy="1230630"/>
          </a:xfrm>
          <a:prstGeom prst="rect">
            <a:avLst/>
          </a:prstGeom>
          <a:noFill/>
          <a:ln w="9525">
            <a:noFill/>
          </a:ln>
        </p:spPr>
        <p:txBody>
          <a:bodyPr vert="horz" wrap="square" lIns="0" tIns="0" rIns="0" bIns="0" anchor="t">
            <a:spAutoFit/>
          </a:bodyPr>
          <a:lstStyle/>
          <a:p>
            <a:pPr lvl="0" algn="ctr">
              <a:buClrTx/>
              <a:buSzTx/>
              <a:buFontTx/>
            </a:pPr>
            <a:r>
              <a:rPr lang="zh-CN" altLang="en-US" sz="8000" b="1" kern="1000">
                <a:solidFill>
                  <a:schemeClr val="bg1"/>
                </a:solidFill>
                <a:uFillTx/>
                <a:latin typeface="微软雅黑" panose="020B0503020204020204" pitchFamily="34" charset="-122"/>
                <a:ea typeface="微软雅黑" panose="020B0503020204020204" pitchFamily="34" charset="-122"/>
                <a:sym typeface="微软雅黑" panose="020B0503020204020204" pitchFamily="34" charset="-122"/>
              </a:rPr>
              <a:t>PART </a:t>
            </a:r>
            <a:r>
              <a:rPr lang="en-US" altLang="zh-CN" sz="8000" b="1" kern="1000">
                <a:solidFill>
                  <a:schemeClr val="bg1"/>
                </a:solidFill>
                <a:uFillTx/>
                <a:latin typeface="微软雅黑" panose="020B0503020204020204" pitchFamily="34" charset="-122"/>
                <a:ea typeface="微软雅黑" panose="020B0503020204020204" pitchFamily="34" charset="-122"/>
                <a:sym typeface="微软雅黑" panose="020B0503020204020204" pitchFamily="34" charset="-122"/>
              </a:rPr>
              <a:t>THREE</a:t>
            </a:r>
          </a:p>
        </p:txBody>
      </p:sp>
      <p:grpSp>
        <p:nvGrpSpPr>
          <p:cNvPr id="37" name="组合 36"/>
          <p:cNvGrpSpPr/>
          <p:nvPr/>
        </p:nvGrpSpPr>
        <p:grpSpPr>
          <a:xfrm>
            <a:off x="9516110" y="6447790"/>
            <a:ext cx="2233295" cy="231140"/>
            <a:chOff x="5384" y="8296"/>
            <a:chExt cx="3517" cy="364"/>
          </a:xfrm>
          <a:solidFill>
            <a:srgbClr val="6498CE"/>
          </a:solidFill>
        </p:grpSpPr>
        <p:sp>
          <p:nvSpPr>
            <p:cNvPr id="38" name="八角星 37"/>
            <p:cNvSpPr/>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八角星 38"/>
            <p:cNvSpPr/>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八角星 40"/>
            <p:cNvSpPr/>
            <p:nvPr/>
          </p:nvSpPr>
          <p:spPr>
            <a:xfrm>
              <a:off x="8537"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20A99F33-5604-430B-9D76-D1E9C3834B4C}"/>
              </a:ext>
            </a:extLst>
          </p:cNvPr>
          <p:cNvPicPr>
            <a:picLocks noChangeAspect="1"/>
          </p:cNvPicPr>
          <p:nvPr/>
        </p:nvPicPr>
        <p:blipFill>
          <a:blip r:embed="rId3"/>
          <a:stretch>
            <a:fillRect/>
          </a:stretch>
        </p:blipFill>
        <p:spPr>
          <a:xfrm>
            <a:off x="0" y="3009265"/>
            <a:ext cx="3401863" cy="2231329"/>
          </a:xfrm>
          <a:prstGeom prst="rect">
            <a:avLst/>
          </a:prstGeom>
        </p:spPr>
      </p:pic>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a:off x="1087"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151928"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sp>
        <p:nvSpPr>
          <p:cNvPr id="28" name="TextBox 500"/>
          <p:cNvSpPr txBox="1"/>
          <p:nvPr/>
        </p:nvSpPr>
        <p:spPr>
          <a:xfrm>
            <a:off x="5040071" y="234167"/>
            <a:ext cx="2111858" cy="523220"/>
          </a:xfrm>
          <a:prstGeom prst="rect">
            <a:avLst/>
          </a:prstGeom>
          <a:noFill/>
        </p:spPr>
        <p:txBody>
          <a:bodyPr wrap="square" rtlCol="0">
            <a:spAutoFit/>
          </a:bodyPr>
          <a:lstStyle/>
          <a:p>
            <a:pPr algn="ctr"/>
            <a:r>
              <a:rPr lang="zh-CN" altLang="en-US" sz="2800" dirty="0">
                <a:solidFill>
                  <a:schemeClr val="accent1"/>
                </a:solidFill>
                <a:latin typeface="微软雅黑" panose="020B0503020204020204" pitchFamily="34" charset="-122"/>
                <a:ea typeface="微软雅黑" panose="020B0503020204020204" pitchFamily="34" charset="-122"/>
              </a:rPr>
              <a:t>界面展示</a:t>
            </a:r>
          </a:p>
        </p:txBody>
      </p:sp>
      <p:pic>
        <p:nvPicPr>
          <p:cNvPr id="4" name="图片 3">
            <a:extLst>
              <a:ext uri="{FF2B5EF4-FFF2-40B4-BE49-F238E27FC236}">
                <a16:creationId xmlns:a16="http://schemas.microsoft.com/office/drawing/2014/main" id="{30595DBB-0FF3-4B6C-8670-E96FD37D2E5C}"/>
              </a:ext>
            </a:extLst>
          </p:cNvPr>
          <p:cNvPicPr>
            <a:picLocks noChangeAspect="1"/>
          </p:cNvPicPr>
          <p:nvPr/>
        </p:nvPicPr>
        <p:blipFill>
          <a:blip r:embed="rId3"/>
          <a:stretch>
            <a:fillRect/>
          </a:stretch>
        </p:blipFill>
        <p:spPr>
          <a:xfrm>
            <a:off x="842211" y="908854"/>
            <a:ext cx="10507578" cy="5633850"/>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1250" advClick="0" advTm="0">
        <p:randomBar dir="vert"/>
      </p:transition>
    </mc:Choice>
    <mc:Fallback xmlns="">
      <p:transition spd="slow" advClick="0" advTm="0">
        <p:randomBar dir="ver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a:off x="1087"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151928"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sp>
        <p:nvSpPr>
          <p:cNvPr id="28" name="TextBox 500"/>
          <p:cNvSpPr txBox="1"/>
          <p:nvPr/>
        </p:nvSpPr>
        <p:spPr>
          <a:xfrm>
            <a:off x="5040071" y="234167"/>
            <a:ext cx="2111858" cy="523220"/>
          </a:xfrm>
          <a:prstGeom prst="rect">
            <a:avLst/>
          </a:prstGeom>
          <a:noFill/>
        </p:spPr>
        <p:txBody>
          <a:bodyPr wrap="square" rtlCol="0">
            <a:spAutoFit/>
          </a:bodyPr>
          <a:lstStyle/>
          <a:p>
            <a:pPr algn="ctr"/>
            <a:r>
              <a:rPr lang="zh-CN" altLang="en-US" sz="2800" dirty="0">
                <a:solidFill>
                  <a:schemeClr val="accent1"/>
                </a:solidFill>
                <a:latin typeface="微软雅黑" panose="020B0503020204020204" pitchFamily="34" charset="-122"/>
                <a:ea typeface="微软雅黑" panose="020B0503020204020204" pitchFamily="34" charset="-122"/>
              </a:rPr>
              <a:t>界面展示</a:t>
            </a:r>
          </a:p>
        </p:txBody>
      </p:sp>
      <p:pic>
        <p:nvPicPr>
          <p:cNvPr id="3" name="图片 2">
            <a:extLst>
              <a:ext uri="{FF2B5EF4-FFF2-40B4-BE49-F238E27FC236}">
                <a16:creationId xmlns:a16="http://schemas.microsoft.com/office/drawing/2014/main" id="{7CEFB7AC-ADAB-4046-8D69-B99AF68182A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44377" y="1018997"/>
            <a:ext cx="10903246" cy="5766958"/>
          </a:xfrm>
          <a:prstGeom prst="rect">
            <a:avLst/>
          </a:prstGeom>
        </p:spPr>
      </p:pic>
    </p:spTree>
    <p:extLst>
      <p:ext uri="{BB962C8B-B14F-4D97-AF65-F5344CB8AC3E}">
        <p14:creationId xmlns:p14="http://schemas.microsoft.com/office/powerpoint/2010/main" val="3149645078"/>
      </p:ext>
    </p:extLst>
  </p:cSld>
  <p:clrMapOvr>
    <a:masterClrMapping/>
  </p:clrMapOvr>
  <mc:AlternateContent xmlns:mc="http://schemas.openxmlformats.org/markup-compatibility/2006" xmlns:p14="http://schemas.microsoft.com/office/powerpoint/2010/main">
    <mc:Choice Requires="p14">
      <p:transition spd="slow" p14:dur="1250" advClick="0" advTm="0">
        <p:randomBar dir="vert"/>
      </p:transition>
    </mc:Choice>
    <mc:Fallback xmlns="">
      <p:transition spd="slow" advClick="0" advTm="0">
        <p:randomBar dir="ver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26" name="直接连接符 25"/>
          <p:cNvCxnSpPr/>
          <p:nvPr/>
        </p:nvCxnSpPr>
        <p:spPr>
          <a:xfrm>
            <a:off x="1087"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7151928" y="495777"/>
            <a:ext cx="5038985" cy="0"/>
          </a:xfrm>
          <a:prstGeom prst="line">
            <a:avLst/>
          </a:prstGeom>
          <a:ln w="25400">
            <a:solidFill>
              <a:srgbClr val="7BABDF"/>
            </a:solidFill>
          </a:ln>
        </p:spPr>
        <p:style>
          <a:lnRef idx="1">
            <a:schemeClr val="accent1"/>
          </a:lnRef>
          <a:fillRef idx="0">
            <a:schemeClr val="accent1"/>
          </a:fillRef>
          <a:effectRef idx="0">
            <a:schemeClr val="accent1"/>
          </a:effectRef>
          <a:fontRef idx="minor">
            <a:schemeClr val="tx1"/>
          </a:fontRef>
        </p:style>
      </p:cxnSp>
      <p:sp>
        <p:nvSpPr>
          <p:cNvPr id="28" name="TextBox 500"/>
          <p:cNvSpPr txBox="1"/>
          <p:nvPr/>
        </p:nvSpPr>
        <p:spPr>
          <a:xfrm>
            <a:off x="5040071" y="234167"/>
            <a:ext cx="2111858" cy="523220"/>
          </a:xfrm>
          <a:prstGeom prst="rect">
            <a:avLst/>
          </a:prstGeom>
          <a:noFill/>
        </p:spPr>
        <p:txBody>
          <a:bodyPr wrap="square" rtlCol="0">
            <a:spAutoFit/>
          </a:bodyPr>
          <a:lstStyle/>
          <a:p>
            <a:pPr algn="ctr"/>
            <a:r>
              <a:rPr lang="zh-CN" altLang="en-US" sz="2800" dirty="0">
                <a:solidFill>
                  <a:schemeClr val="accent1"/>
                </a:solidFill>
                <a:latin typeface="微软雅黑" panose="020B0503020204020204" pitchFamily="34" charset="-122"/>
                <a:ea typeface="微软雅黑" panose="020B0503020204020204" pitchFamily="34" charset="-122"/>
              </a:rPr>
              <a:t>界面展示</a:t>
            </a:r>
          </a:p>
        </p:txBody>
      </p:sp>
      <p:pic>
        <p:nvPicPr>
          <p:cNvPr id="3" name="图片 2">
            <a:extLst>
              <a:ext uri="{FF2B5EF4-FFF2-40B4-BE49-F238E27FC236}">
                <a16:creationId xmlns:a16="http://schemas.microsoft.com/office/drawing/2014/main" id="{CD7BF7EB-1936-4D7B-88A9-EA2C8AAC4A1A}"/>
              </a:ext>
            </a:extLst>
          </p:cNvPr>
          <p:cNvPicPr>
            <a:picLocks noChangeAspect="1"/>
          </p:cNvPicPr>
          <p:nvPr/>
        </p:nvPicPr>
        <p:blipFill>
          <a:blip r:embed="rId3"/>
          <a:stretch>
            <a:fillRect/>
          </a:stretch>
        </p:blipFill>
        <p:spPr>
          <a:xfrm>
            <a:off x="619828" y="768559"/>
            <a:ext cx="10952344" cy="5855274"/>
          </a:xfrm>
          <a:prstGeom prst="rect">
            <a:avLst/>
          </a:prstGeom>
        </p:spPr>
      </p:pic>
    </p:spTree>
    <p:extLst>
      <p:ext uri="{BB962C8B-B14F-4D97-AF65-F5344CB8AC3E}">
        <p14:creationId xmlns:p14="http://schemas.microsoft.com/office/powerpoint/2010/main" val="2078671640"/>
      </p:ext>
    </p:extLst>
  </p:cSld>
  <p:clrMapOvr>
    <a:masterClrMapping/>
  </p:clrMapOvr>
  <mc:AlternateContent xmlns:mc="http://schemas.openxmlformats.org/markup-compatibility/2006" xmlns:p14="http://schemas.microsoft.com/office/powerpoint/2010/main">
    <mc:Choice Requires="p14">
      <p:transition spd="slow" p14:dur="1250" advClick="0" advTm="0">
        <p:randomBar dir="vert"/>
      </p:transition>
    </mc:Choice>
    <mc:Fallback xmlns="">
      <p:transition spd="slow" advClick="0" advTm="0">
        <p:randomBar dir="ver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直角三角形 5"/>
          <p:cNvSpPr/>
          <p:nvPr/>
        </p:nvSpPr>
        <p:spPr>
          <a:xfrm flipH="1" flipV="1">
            <a:off x="5715" y="4445"/>
            <a:ext cx="12192000" cy="5227955"/>
          </a:xfrm>
          <a:prstGeom prst="rtTriangle">
            <a:avLst/>
          </a:prstGeom>
          <a:solidFill>
            <a:srgbClr val="6498CE">
              <a:alpha val="8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240" name="文本框 47"/>
          <p:cNvSpPr txBox="1"/>
          <p:nvPr/>
        </p:nvSpPr>
        <p:spPr>
          <a:xfrm>
            <a:off x="1184275" y="3550285"/>
            <a:ext cx="6449695" cy="1106805"/>
          </a:xfrm>
          <a:prstGeom prst="rect">
            <a:avLst/>
          </a:prstGeom>
          <a:noFill/>
          <a:ln w="9525">
            <a:noFill/>
          </a:ln>
        </p:spPr>
        <p:txBody>
          <a:bodyPr vert="horz" wrap="square" anchor="t">
            <a:spAutoFit/>
          </a:bodyPr>
          <a:lstStyle/>
          <a:p>
            <a:pPr lvl="0" algn="r">
              <a:buClrTx/>
              <a:buSzTx/>
              <a:buFontTx/>
            </a:pPr>
            <a:r>
              <a:rPr lang="zh-CN" altLang="en-US" sz="66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使用技术</a:t>
            </a:r>
          </a:p>
        </p:txBody>
      </p:sp>
      <p:sp>
        <p:nvSpPr>
          <p:cNvPr id="9241" name="文本框 48"/>
          <p:cNvSpPr txBox="1"/>
          <p:nvPr/>
        </p:nvSpPr>
        <p:spPr>
          <a:xfrm>
            <a:off x="6096000" y="0"/>
            <a:ext cx="6096000" cy="1230630"/>
          </a:xfrm>
          <a:prstGeom prst="rect">
            <a:avLst/>
          </a:prstGeom>
          <a:noFill/>
          <a:ln w="9525">
            <a:noFill/>
          </a:ln>
        </p:spPr>
        <p:txBody>
          <a:bodyPr vert="horz" wrap="square" lIns="0" tIns="0" rIns="0" bIns="0" anchor="t">
            <a:spAutoFit/>
          </a:bodyPr>
          <a:lstStyle/>
          <a:p>
            <a:pPr lvl="0" algn="ctr">
              <a:buClrTx/>
              <a:buSzTx/>
              <a:buFontTx/>
            </a:pPr>
            <a:r>
              <a:rPr lang="zh-CN" altLang="en-US" sz="8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PART </a:t>
            </a:r>
            <a:r>
              <a:rPr lang="en-US" altLang="zh-CN" sz="8000" b="1">
                <a:solidFill>
                  <a:schemeClr val="bg1"/>
                </a:solidFill>
                <a:latin typeface="微软雅黑" panose="020B0503020204020204" pitchFamily="34" charset="-122"/>
                <a:ea typeface="微软雅黑" panose="020B0503020204020204" pitchFamily="34" charset="-122"/>
                <a:sym typeface="微软雅黑" panose="020B0503020204020204" pitchFamily="34" charset="-122"/>
              </a:rPr>
              <a:t>FOUR</a:t>
            </a:r>
          </a:p>
        </p:txBody>
      </p:sp>
      <p:grpSp>
        <p:nvGrpSpPr>
          <p:cNvPr id="37" name="组合 36"/>
          <p:cNvGrpSpPr/>
          <p:nvPr/>
        </p:nvGrpSpPr>
        <p:grpSpPr>
          <a:xfrm>
            <a:off x="391160" y="6447790"/>
            <a:ext cx="2233295" cy="231140"/>
            <a:chOff x="5384" y="8296"/>
            <a:chExt cx="3517" cy="364"/>
          </a:xfrm>
          <a:solidFill>
            <a:srgbClr val="6498CE"/>
          </a:solidFill>
        </p:grpSpPr>
        <p:sp>
          <p:nvSpPr>
            <p:cNvPr id="38" name="八角星 37"/>
            <p:cNvSpPr/>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八角星 38"/>
            <p:cNvSpPr/>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1" name="八角星 40"/>
            <p:cNvSpPr/>
            <p:nvPr/>
          </p:nvSpPr>
          <p:spPr>
            <a:xfrm>
              <a:off x="8537"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19" name="图片 18">
            <a:extLst>
              <a:ext uri="{FF2B5EF4-FFF2-40B4-BE49-F238E27FC236}">
                <a16:creationId xmlns:a16="http://schemas.microsoft.com/office/drawing/2014/main" id="{6F1B7075-D4F1-43E9-B401-AD5B6E6BA9C8}"/>
              </a:ext>
            </a:extLst>
          </p:cNvPr>
          <p:cNvPicPr>
            <a:picLocks noChangeAspect="1"/>
          </p:cNvPicPr>
          <p:nvPr/>
        </p:nvPicPr>
        <p:blipFill>
          <a:blip r:embed="rId3"/>
          <a:stretch>
            <a:fillRect/>
          </a:stretch>
        </p:blipFill>
        <p:spPr>
          <a:xfrm>
            <a:off x="8816492" y="3013771"/>
            <a:ext cx="3401863" cy="2231329"/>
          </a:xfrm>
          <a:prstGeom prst="rect">
            <a:avLst/>
          </a:prstGeom>
        </p:spPr>
      </p:pic>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1" y="517409"/>
            <a:ext cx="3616960" cy="496803"/>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sp>
        <p:nvSpPr>
          <p:cNvPr id="2" name="等腰三角形 1"/>
          <p:cNvSpPr/>
          <p:nvPr/>
        </p:nvSpPr>
        <p:spPr>
          <a:xfrm>
            <a:off x="264160" y="1501140"/>
            <a:ext cx="4779010" cy="4418965"/>
          </a:xfrm>
          <a:prstGeom prst="triangle">
            <a:avLst/>
          </a:prstGeom>
          <a:gradFill>
            <a:gsLst>
              <a:gs pos="0">
                <a:srgbClr val="DCE6EF"/>
              </a:gs>
              <a:gs pos="100000">
                <a:srgbClr val="6498CE"/>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800350" y="1540240"/>
            <a:ext cx="7188104" cy="1050670"/>
            <a:chOff x="5175" y="2861"/>
            <a:chExt cx="11320" cy="1655"/>
          </a:xfrm>
        </p:grpSpPr>
        <p:sp>
          <p:nvSpPr>
            <p:cNvPr id="8" name="流程图: 手动输入 7"/>
            <p:cNvSpPr/>
            <p:nvPr/>
          </p:nvSpPr>
          <p:spPr>
            <a:xfrm rot="5400000" flipH="1" flipV="1">
              <a:off x="6476" y="1643"/>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5"/>
            <p:cNvGrpSpPr/>
            <p:nvPr/>
          </p:nvGrpSpPr>
          <p:grpSpPr>
            <a:xfrm>
              <a:off x="6854" y="2861"/>
              <a:ext cx="9641" cy="1655"/>
              <a:chOff x="-4835" y="4169"/>
              <a:chExt cx="10066" cy="1691"/>
            </a:xfrm>
          </p:grpSpPr>
          <p:sp>
            <p:nvSpPr>
              <p:cNvPr id="20" name="333333"/>
              <p:cNvSpPr txBox="1"/>
              <p:nvPr/>
            </p:nvSpPr>
            <p:spPr>
              <a:xfrm>
                <a:off x="-4835" y="4717"/>
                <a:ext cx="1888" cy="593"/>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SPLIT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1111"/>
              <p:cNvSpPr txBox="1"/>
              <p:nvPr/>
            </p:nvSpPr>
            <p:spPr>
              <a:xfrm>
                <a:off x="-2048" y="4169"/>
                <a:ext cx="7279" cy="1691"/>
              </a:xfrm>
              <a:prstGeom prst="rect">
                <a:avLst/>
              </a:prstGeom>
              <a:noFill/>
              <a:ln w="9525">
                <a:noFill/>
              </a:ln>
            </p:spPr>
            <p:txBody>
              <a:bodyPr wrap="square" anchor="t">
                <a:spAutoFit/>
              </a:bodyPr>
              <a:lstStyle/>
              <a:p>
                <a:pPr algn="just" fontAlgn="auto">
                  <a:lnSpc>
                    <a:spcPct val="13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rPr>
                  <a:t>输入您的内容</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输入您的内容输入您的内容输入您的内容输入您的内容输入您的内容输入您的内容输入您的内容输入您的内容输入您的内容</a:t>
                </a:r>
              </a:p>
            </p:txBody>
          </p:sp>
        </p:grpSp>
      </p:grpSp>
      <p:grpSp>
        <p:nvGrpSpPr>
          <p:cNvPr id="22" name="组合 21"/>
          <p:cNvGrpSpPr/>
          <p:nvPr/>
        </p:nvGrpSpPr>
        <p:grpSpPr>
          <a:xfrm>
            <a:off x="3500756" y="2702912"/>
            <a:ext cx="2595810" cy="942746"/>
            <a:chOff x="6053" y="4551"/>
            <a:chExt cx="4088" cy="1485"/>
          </a:xfrm>
        </p:grpSpPr>
        <p:sp>
          <p:nvSpPr>
            <p:cNvPr id="7" name="流程图: 手动输入 6"/>
            <p:cNvSpPr/>
            <p:nvPr/>
          </p:nvSpPr>
          <p:spPr>
            <a:xfrm rot="5400000" flipH="1" flipV="1">
              <a:off x="7354" y="3250"/>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333333"/>
            <p:cNvSpPr txBox="1"/>
            <p:nvPr/>
          </p:nvSpPr>
          <p:spPr>
            <a:xfrm>
              <a:off x="7764" y="4845"/>
              <a:ext cx="1808" cy="1018"/>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组合 23"/>
          <p:cNvGrpSpPr/>
          <p:nvPr/>
        </p:nvGrpSpPr>
        <p:grpSpPr>
          <a:xfrm>
            <a:off x="4610734" y="4920971"/>
            <a:ext cx="2595768" cy="942747"/>
            <a:chOff x="7801" y="7765"/>
            <a:chExt cx="4088" cy="1485"/>
          </a:xfrm>
        </p:grpSpPr>
        <p:sp>
          <p:nvSpPr>
            <p:cNvPr id="5" name="流程图: 手动输入 4"/>
            <p:cNvSpPr/>
            <p:nvPr/>
          </p:nvSpPr>
          <p:spPr>
            <a:xfrm rot="5400000" flipH="1" flipV="1">
              <a:off x="9102" y="6464"/>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333333"/>
            <p:cNvSpPr txBox="1"/>
            <p:nvPr/>
          </p:nvSpPr>
          <p:spPr>
            <a:xfrm>
              <a:off x="9489" y="8223"/>
              <a:ext cx="1808" cy="581"/>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CHAT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3" name="组合 22"/>
          <p:cNvGrpSpPr/>
          <p:nvPr/>
        </p:nvGrpSpPr>
        <p:grpSpPr>
          <a:xfrm>
            <a:off x="4050664" y="3833207"/>
            <a:ext cx="2595815" cy="942746"/>
            <a:chOff x="6919" y="6158"/>
            <a:chExt cx="4088" cy="1485"/>
          </a:xfrm>
        </p:grpSpPr>
        <p:sp>
          <p:nvSpPr>
            <p:cNvPr id="6" name="流程图: 手动输入 5"/>
            <p:cNvSpPr/>
            <p:nvPr/>
          </p:nvSpPr>
          <p:spPr>
            <a:xfrm rot="5400000" flipH="1" flipV="1">
              <a:off x="8220" y="4857"/>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333333"/>
            <p:cNvSpPr txBox="1"/>
            <p:nvPr/>
          </p:nvSpPr>
          <p:spPr>
            <a:xfrm>
              <a:off x="8481" y="6583"/>
              <a:ext cx="2072" cy="582"/>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INTERACT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5" name="图片 44" descr="31393935333939383b31373432363535383bbfc6d1a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1350" y="3460115"/>
            <a:ext cx="1461770" cy="1461770"/>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8255" y="1315958"/>
            <a:ext cx="5726605" cy="1250010"/>
          </a:xfrm>
          <a:prstGeom prst="rect">
            <a:avLst/>
          </a:prstGeom>
        </p:spPr>
      </p:pic>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此处输入标题</a:t>
            </a:r>
          </a:p>
        </p:txBody>
      </p:sp>
      <p:sp>
        <p:nvSpPr>
          <p:cNvPr id="2" name="等腰三角形 1"/>
          <p:cNvSpPr/>
          <p:nvPr/>
        </p:nvSpPr>
        <p:spPr>
          <a:xfrm>
            <a:off x="264160" y="1501140"/>
            <a:ext cx="4779010" cy="4418965"/>
          </a:xfrm>
          <a:prstGeom prst="triangle">
            <a:avLst/>
          </a:prstGeom>
          <a:gradFill>
            <a:gsLst>
              <a:gs pos="0">
                <a:srgbClr val="DCE6EF"/>
              </a:gs>
              <a:gs pos="100000">
                <a:srgbClr val="6498CE"/>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800350" y="1540240"/>
            <a:ext cx="7188104" cy="1050670"/>
            <a:chOff x="5175" y="2861"/>
            <a:chExt cx="11320" cy="1655"/>
          </a:xfrm>
        </p:grpSpPr>
        <p:sp>
          <p:nvSpPr>
            <p:cNvPr id="8" name="流程图: 手动输入 7"/>
            <p:cNvSpPr/>
            <p:nvPr/>
          </p:nvSpPr>
          <p:spPr>
            <a:xfrm rot="5400000" flipH="1" flipV="1">
              <a:off x="6476" y="1643"/>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5"/>
            <p:cNvGrpSpPr/>
            <p:nvPr/>
          </p:nvGrpSpPr>
          <p:grpSpPr>
            <a:xfrm>
              <a:off x="6854" y="2861"/>
              <a:ext cx="9641" cy="1655"/>
              <a:chOff x="-4835" y="4169"/>
              <a:chExt cx="10066" cy="1691"/>
            </a:xfrm>
          </p:grpSpPr>
          <p:sp>
            <p:nvSpPr>
              <p:cNvPr id="20" name="333333"/>
              <p:cNvSpPr txBox="1"/>
              <p:nvPr/>
            </p:nvSpPr>
            <p:spPr>
              <a:xfrm>
                <a:off x="-4835" y="4717"/>
                <a:ext cx="1888" cy="593"/>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SPLIT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1111"/>
              <p:cNvSpPr txBox="1"/>
              <p:nvPr/>
            </p:nvSpPr>
            <p:spPr>
              <a:xfrm>
                <a:off x="-2048" y="4169"/>
                <a:ext cx="7279" cy="1691"/>
              </a:xfrm>
              <a:prstGeom prst="rect">
                <a:avLst/>
              </a:prstGeom>
              <a:noFill/>
              <a:ln w="9525">
                <a:noFill/>
              </a:ln>
            </p:spPr>
            <p:txBody>
              <a:bodyPr wrap="square" anchor="t">
                <a:spAutoFit/>
              </a:bodyPr>
              <a:lstStyle/>
              <a:p>
                <a:pPr algn="just" fontAlgn="auto">
                  <a:lnSpc>
                    <a:spcPct val="13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rPr>
                  <a:t>输入您的内容</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输入您的内容输入您的内容输入您的内容输入您的内容输入您的内容输入您的内容输入您的内容输入您的内容输入您的内容</a:t>
                </a:r>
              </a:p>
            </p:txBody>
          </p:sp>
        </p:grpSp>
      </p:grpSp>
      <p:grpSp>
        <p:nvGrpSpPr>
          <p:cNvPr id="22" name="组合 21"/>
          <p:cNvGrpSpPr/>
          <p:nvPr/>
        </p:nvGrpSpPr>
        <p:grpSpPr>
          <a:xfrm>
            <a:off x="3500756" y="2702911"/>
            <a:ext cx="2595810" cy="942746"/>
            <a:chOff x="6053" y="4551"/>
            <a:chExt cx="4088" cy="1485"/>
          </a:xfrm>
        </p:grpSpPr>
        <p:sp>
          <p:nvSpPr>
            <p:cNvPr id="7" name="流程图: 手动输入 6"/>
            <p:cNvSpPr/>
            <p:nvPr/>
          </p:nvSpPr>
          <p:spPr>
            <a:xfrm rot="5400000" flipH="1" flipV="1">
              <a:off x="7354" y="3250"/>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333333"/>
            <p:cNvSpPr txBox="1"/>
            <p:nvPr/>
          </p:nvSpPr>
          <p:spPr>
            <a:xfrm>
              <a:off x="7764" y="4845"/>
              <a:ext cx="1808" cy="1018"/>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组合 23"/>
          <p:cNvGrpSpPr/>
          <p:nvPr/>
        </p:nvGrpSpPr>
        <p:grpSpPr>
          <a:xfrm>
            <a:off x="4610734" y="4920966"/>
            <a:ext cx="2595768" cy="942746"/>
            <a:chOff x="7801" y="7765"/>
            <a:chExt cx="4088" cy="1485"/>
          </a:xfrm>
        </p:grpSpPr>
        <p:sp>
          <p:nvSpPr>
            <p:cNvPr id="5" name="流程图: 手动输入 4"/>
            <p:cNvSpPr/>
            <p:nvPr/>
          </p:nvSpPr>
          <p:spPr>
            <a:xfrm rot="5400000" flipH="1" flipV="1">
              <a:off x="9102" y="6464"/>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333333"/>
            <p:cNvSpPr txBox="1"/>
            <p:nvPr/>
          </p:nvSpPr>
          <p:spPr>
            <a:xfrm>
              <a:off x="9489" y="8215"/>
              <a:ext cx="1808" cy="580"/>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CHAT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3" name="组合 22"/>
          <p:cNvGrpSpPr/>
          <p:nvPr/>
        </p:nvGrpSpPr>
        <p:grpSpPr>
          <a:xfrm>
            <a:off x="4050664" y="3833206"/>
            <a:ext cx="2595815" cy="942746"/>
            <a:chOff x="6919" y="6158"/>
            <a:chExt cx="4088" cy="1485"/>
          </a:xfrm>
        </p:grpSpPr>
        <p:sp>
          <p:nvSpPr>
            <p:cNvPr id="6" name="流程图: 手动输入 5"/>
            <p:cNvSpPr/>
            <p:nvPr/>
          </p:nvSpPr>
          <p:spPr>
            <a:xfrm rot="5400000" flipH="1" flipV="1">
              <a:off x="8220" y="4857"/>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333333"/>
            <p:cNvSpPr txBox="1"/>
            <p:nvPr/>
          </p:nvSpPr>
          <p:spPr>
            <a:xfrm>
              <a:off x="8481" y="6575"/>
              <a:ext cx="2072" cy="581"/>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INTERACT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5" name="图片 44" descr="31393935333939383b31373432363535383bbfc6d1a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1350" y="3460115"/>
            <a:ext cx="1461770" cy="1461770"/>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8255" y="1315958"/>
            <a:ext cx="5726605" cy="1250010"/>
          </a:xfrm>
          <a:prstGeom prst="rect">
            <a:avLst/>
          </a:prstGeom>
        </p:spPr>
      </p:pic>
      <p:pic>
        <p:nvPicPr>
          <p:cNvPr id="28" name="图片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8528" y="1896201"/>
            <a:ext cx="5221956" cy="1843548"/>
          </a:xfrm>
          <a:prstGeom prst="rect">
            <a:avLst/>
          </a:prstGeom>
        </p:spPr>
      </p:pic>
      <p:sp>
        <p:nvSpPr>
          <p:cNvPr id="25" name="标题 1"/>
          <p:cNvSpPr txBox="1"/>
          <p:nvPr/>
        </p:nvSpPr>
        <p:spPr>
          <a:xfrm flipH="1">
            <a:off x="-243841" y="517409"/>
            <a:ext cx="3616960" cy="496803"/>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222868414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此处输入标题</a:t>
            </a:r>
          </a:p>
        </p:txBody>
      </p:sp>
      <p:sp>
        <p:nvSpPr>
          <p:cNvPr id="2" name="等腰三角形 1"/>
          <p:cNvSpPr/>
          <p:nvPr/>
        </p:nvSpPr>
        <p:spPr>
          <a:xfrm>
            <a:off x="264160" y="1501140"/>
            <a:ext cx="4779010" cy="4418965"/>
          </a:xfrm>
          <a:prstGeom prst="triangle">
            <a:avLst/>
          </a:prstGeom>
          <a:gradFill>
            <a:gsLst>
              <a:gs pos="0">
                <a:srgbClr val="DCE6EF"/>
              </a:gs>
              <a:gs pos="100000">
                <a:srgbClr val="6498CE"/>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800350" y="1540240"/>
            <a:ext cx="7188104" cy="1050670"/>
            <a:chOff x="5175" y="2861"/>
            <a:chExt cx="11320" cy="1655"/>
          </a:xfrm>
        </p:grpSpPr>
        <p:sp>
          <p:nvSpPr>
            <p:cNvPr id="8" name="流程图: 手动输入 7"/>
            <p:cNvSpPr/>
            <p:nvPr/>
          </p:nvSpPr>
          <p:spPr>
            <a:xfrm rot="5400000" flipH="1" flipV="1">
              <a:off x="6476" y="1643"/>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5"/>
            <p:cNvGrpSpPr/>
            <p:nvPr/>
          </p:nvGrpSpPr>
          <p:grpSpPr>
            <a:xfrm>
              <a:off x="6854" y="2861"/>
              <a:ext cx="9641" cy="1655"/>
              <a:chOff x="-4835" y="4169"/>
              <a:chExt cx="10066" cy="1691"/>
            </a:xfrm>
          </p:grpSpPr>
          <p:sp>
            <p:nvSpPr>
              <p:cNvPr id="20" name="333333"/>
              <p:cNvSpPr txBox="1"/>
              <p:nvPr/>
            </p:nvSpPr>
            <p:spPr>
              <a:xfrm>
                <a:off x="-4835" y="4717"/>
                <a:ext cx="1888" cy="593"/>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SPLIT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1111"/>
              <p:cNvSpPr txBox="1"/>
              <p:nvPr/>
            </p:nvSpPr>
            <p:spPr>
              <a:xfrm>
                <a:off x="-2048" y="4169"/>
                <a:ext cx="7279" cy="1691"/>
              </a:xfrm>
              <a:prstGeom prst="rect">
                <a:avLst/>
              </a:prstGeom>
              <a:noFill/>
              <a:ln w="9525">
                <a:noFill/>
              </a:ln>
            </p:spPr>
            <p:txBody>
              <a:bodyPr wrap="square" anchor="t">
                <a:spAutoFit/>
              </a:bodyPr>
              <a:lstStyle/>
              <a:p>
                <a:pPr algn="just" fontAlgn="auto">
                  <a:lnSpc>
                    <a:spcPct val="13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rPr>
                  <a:t>输入您的内容</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输入您的内容输入您的内容输入您的内容输入您的内容输入您的内容输入您的内容输入您的内容输入您的内容输入您的内容</a:t>
                </a:r>
              </a:p>
            </p:txBody>
          </p:sp>
        </p:grpSp>
      </p:grpSp>
      <p:grpSp>
        <p:nvGrpSpPr>
          <p:cNvPr id="22" name="组合 21"/>
          <p:cNvGrpSpPr/>
          <p:nvPr/>
        </p:nvGrpSpPr>
        <p:grpSpPr>
          <a:xfrm>
            <a:off x="3500756" y="2702911"/>
            <a:ext cx="2595810" cy="942746"/>
            <a:chOff x="6053" y="4551"/>
            <a:chExt cx="4088" cy="1485"/>
          </a:xfrm>
        </p:grpSpPr>
        <p:sp>
          <p:nvSpPr>
            <p:cNvPr id="7" name="流程图: 手动输入 6"/>
            <p:cNvSpPr/>
            <p:nvPr/>
          </p:nvSpPr>
          <p:spPr>
            <a:xfrm rot="5400000" flipH="1" flipV="1">
              <a:off x="7354" y="3250"/>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333333"/>
            <p:cNvSpPr txBox="1"/>
            <p:nvPr/>
          </p:nvSpPr>
          <p:spPr>
            <a:xfrm>
              <a:off x="7764" y="4845"/>
              <a:ext cx="1808" cy="1018"/>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组合 23"/>
          <p:cNvGrpSpPr/>
          <p:nvPr/>
        </p:nvGrpSpPr>
        <p:grpSpPr>
          <a:xfrm>
            <a:off x="4610734" y="4920966"/>
            <a:ext cx="2595768" cy="942746"/>
            <a:chOff x="7801" y="7765"/>
            <a:chExt cx="4088" cy="1485"/>
          </a:xfrm>
        </p:grpSpPr>
        <p:sp>
          <p:nvSpPr>
            <p:cNvPr id="5" name="流程图: 手动输入 4"/>
            <p:cNvSpPr/>
            <p:nvPr/>
          </p:nvSpPr>
          <p:spPr>
            <a:xfrm rot="5400000" flipH="1" flipV="1">
              <a:off x="9102" y="6464"/>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333333"/>
            <p:cNvSpPr txBox="1"/>
            <p:nvPr/>
          </p:nvSpPr>
          <p:spPr>
            <a:xfrm>
              <a:off x="9489" y="8215"/>
              <a:ext cx="1808" cy="580"/>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CHAT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3" name="组合 22"/>
          <p:cNvGrpSpPr/>
          <p:nvPr/>
        </p:nvGrpSpPr>
        <p:grpSpPr>
          <a:xfrm>
            <a:off x="4050664" y="3833206"/>
            <a:ext cx="2595815" cy="942746"/>
            <a:chOff x="6919" y="6158"/>
            <a:chExt cx="4088" cy="1485"/>
          </a:xfrm>
        </p:grpSpPr>
        <p:sp>
          <p:nvSpPr>
            <p:cNvPr id="6" name="流程图: 手动输入 5"/>
            <p:cNvSpPr/>
            <p:nvPr/>
          </p:nvSpPr>
          <p:spPr>
            <a:xfrm rot="5400000" flipH="1" flipV="1">
              <a:off x="8220" y="4857"/>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333333"/>
            <p:cNvSpPr txBox="1"/>
            <p:nvPr/>
          </p:nvSpPr>
          <p:spPr>
            <a:xfrm>
              <a:off x="8481" y="6575"/>
              <a:ext cx="2072" cy="581"/>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INTERACT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5" name="图片 44" descr="31393935333939383b31373432363535383bbfc6d1a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1350" y="3460115"/>
            <a:ext cx="1461770" cy="1461770"/>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8255" y="1315958"/>
            <a:ext cx="5726605" cy="1250010"/>
          </a:xfrm>
          <a:prstGeom prst="rect">
            <a:avLst/>
          </a:prstGeom>
        </p:spPr>
      </p:pic>
      <p:pic>
        <p:nvPicPr>
          <p:cNvPr id="28" name="图片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8528" y="1896201"/>
            <a:ext cx="5221956" cy="1843548"/>
          </a:xfrm>
          <a:prstGeom prst="rect">
            <a:avLst/>
          </a:prstGeom>
        </p:spPr>
      </p:pic>
      <p:pic>
        <p:nvPicPr>
          <p:cNvPr id="25" name="图片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53275" y="3135995"/>
            <a:ext cx="5030308" cy="1712782"/>
          </a:xfrm>
          <a:prstGeom prst="rect">
            <a:avLst/>
          </a:prstGeom>
        </p:spPr>
      </p:pic>
      <p:sp>
        <p:nvSpPr>
          <p:cNvPr id="26" name="标题 1"/>
          <p:cNvSpPr txBox="1"/>
          <p:nvPr/>
        </p:nvSpPr>
        <p:spPr>
          <a:xfrm flipH="1">
            <a:off x="-243841" y="517409"/>
            <a:ext cx="3616960" cy="496803"/>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129087219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此处输入标题</a:t>
            </a:r>
          </a:p>
        </p:txBody>
      </p:sp>
      <p:sp>
        <p:nvSpPr>
          <p:cNvPr id="2" name="等腰三角形 1"/>
          <p:cNvSpPr/>
          <p:nvPr/>
        </p:nvSpPr>
        <p:spPr>
          <a:xfrm>
            <a:off x="264160" y="1501140"/>
            <a:ext cx="4779010" cy="4418965"/>
          </a:xfrm>
          <a:prstGeom prst="triangle">
            <a:avLst/>
          </a:prstGeom>
          <a:gradFill>
            <a:gsLst>
              <a:gs pos="0">
                <a:srgbClr val="DCE6EF"/>
              </a:gs>
              <a:gs pos="100000">
                <a:srgbClr val="6498CE"/>
              </a:gs>
            </a:gsLst>
            <a:lin ang="540000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8" name="组合 17"/>
          <p:cNvGrpSpPr/>
          <p:nvPr/>
        </p:nvGrpSpPr>
        <p:grpSpPr>
          <a:xfrm>
            <a:off x="2800350" y="1540240"/>
            <a:ext cx="7188104" cy="1050670"/>
            <a:chOff x="5175" y="2861"/>
            <a:chExt cx="11320" cy="1655"/>
          </a:xfrm>
        </p:grpSpPr>
        <p:sp>
          <p:nvSpPr>
            <p:cNvPr id="8" name="流程图: 手动输入 7"/>
            <p:cNvSpPr/>
            <p:nvPr/>
          </p:nvSpPr>
          <p:spPr>
            <a:xfrm rot="5400000" flipH="1" flipV="1">
              <a:off x="6476" y="1643"/>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9" name="组合 15"/>
            <p:cNvGrpSpPr/>
            <p:nvPr/>
          </p:nvGrpSpPr>
          <p:grpSpPr>
            <a:xfrm>
              <a:off x="6854" y="2861"/>
              <a:ext cx="9641" cy="1655"/>
              <a:chOff x="-4835" y="4169"/>
              <a:chExt cx="10066" cy="1691"/>
            </a:xfrm>
          </p:grpSpPr>
          <p:sp>
            <p:nvSpPr>
              <p:cNvPr id="20" name="333333"/>
              <p:cNvSpPr txBox="1"/>
              <p:nvPr/>
            </p:nvSpPr>
            <p:spPr>
              <a:xfrm>
                <a:off x="-4835" y="4717"/>
                <a:ext cx="1888" cy="593"/>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SPLIT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sp>
            <p:nvSpPr>
              <p:cNvPr id="21" name="1111"/>
              <p:cNvSpPr txBox="1"/>
              <p:nvPr/>
            </p:nvSpPr>
            <p:spPr>
              <a:xfrm>
                <a:off x="-2048" y="4169"/>
                <a:ext cx="7279" cy="1691"/>
              </a:xfrm>
              <a:prstGeom prst="rect">
                <a:avLst/>
              </a:prstGeom>
              <a:noFill/>
              <a:ln w="9525">
                <a:noFill/>
              </a:ln>
            </p:spPr>
            <p:txBody>
              <a:bodyPr wrap="square" anchor="t">
                <a:spAutoFit/>
              </a:bodyPr>
              <a:lstStyle/>
              <a:p>
                <a:pPr algn="just" fontAlgn="auto">
                  <a:lnSpc>
                    <a:spcPct val="13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rPr>
                  <a:t>输入您的内容</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输入您的内容输入您的内容输入您的内容输入您的内容输入您的内容输入您的内容输入您的内容输入您的内容输入您的内容</a:t>
                </a:r>
              </a:p>
            </p:txBody>
          </p:sp>
        </p:grpSp>
      </p:grpSp>
      <p:grpSp>
        <p:nvGrpSpPr>
          <p:cNvPr id="22" name="组合 21"/>
          <p:cNvGrpSpPr/>
          <p:nvPr/>
        </p:nvGrpSpPr>
        <p:grpSpPr>
          <a:xfrm>
            <a:off x="3500756" y="2702911"/>
            <a:ext cx="2595810" cy="942746"/>
            <a:chOff x="6053" y="4551"/>
            <a:chExt cx="4088" cy="1485"/>
          </a:xfrm>
        </p:grpSpPr>
        <p:sp>
          <p:nvSpPr>
            <p:cNvPr id="7" name="流程图: 手动输入 6"/>
            <p:cNvSpPr/>
            <p:nvPr/>
          </p:nvSpPr>
          <p:spPr>
            <a:xfrm rot="5400000" flipH="1" flipV="1">
              <a:off x="7354" y="3250"/>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333333"/>
            <p:cNvSpPr txBox="1"/>
            <p:nvPr/>
          </p:nvSpPr>
          <p:spPr>
            <a:xfrm>
              <a:off x="7764" y="4845"/>
              <a:ext cx="1808" cy="1018"/>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4" name="组合 23"/>
          <p:cNvGrpSpPr/>
          <p:nvPr/>
        </p:nvGrpSpPr>
        <p:grpSpPr>
          <a:xfrm>
            <a:off x="4610734" y="4920966"/>
            <a:ext cx="2595768" cy="942746"/>
            <a:chOff x="7801" y="7765"/>
            <a:chExt cx="4088" cy="1485"/>
          </a:xfrm>
        </p:grpSpPr>
        <p:sp>
          <p:nvSpPr>
            <p:cNvPr id="5" name="流程图: 手动输入 4"/>
            <p:cNvSpPr/>
            <p:nvPr/>
          </p:nvSpPr>
          <p:spPr>
            <a:xfrm rot="5400000" flipH="1" flipV="1">
              <a:off x="9102" y="6464"/>
              <a:ext cx="1485" cy="4088"/>
            </a:xfrm>
            <a:prstGeom prst="flowChartManualInput">
              <a:avLst/>
            </a:pr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333333"/>
            <p:cNvSpPr txBox="1"/>
            <p:nvPr/>
          </p:nvSpPr>
          <p:spPr>
            <a:xfrm>
              <a:off x="9489" y="8215"/>
              <a:ext cx="1808" cy="580"/>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CHAT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grpSp>
        <p:nvGrpSpPr>
          <p:cNvPr id="23" name="组合 22"/>
          <p:cNvGrpSpPr/>
          <p:nvPr/>
        </p:nvGrpSpPr>
        <p:grpSpPr>
          <a:xfrm>
            <a:off x="4050664" y="3833206"/>
            <a:ext cx="2595815" cy="942746"/>
            <a:chOff x="6919" y="6158"/>
            <a:chExt cx="4088" cy="1485"/>
          </a:xfrm>
        </p:grpSpPr>
        <p:sp>
          <p:nvSpPr>
            <p:cNvPr id="6" name="流程图: 手动输入 5"/>
            <p:cNvSpPr/>
            <p:nvPr/>
          </p:nvSpPr>
          <p:spPr>
            <a:xfrm rot="5400000" flipH="1" flipV="1">
              <a:off x="8220" y="4857"/>
              <a:ext cx="1485" cy="4088"/>
            </a:xfrm>
            <a:prstGeom prst="flowChartManualInput">
              <a:avLst/>
            </a:prstGeom>
            <a:solidFill>
              <a:srgbClr val="9DBED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333333"/>
            <p:cNvSpPr txBox="1"/>
            <p:nvPr/>
          </p:nvSpPr>
          <p:spPr>
            <a:xfrm>
              <a:off x="8481" y="6575"/>
              <a:ext cx="2072" cy="581"/>
            </a:xfrm>
            <a:prstGeom prst="rect">
              <a:avLst/>
            </a:prstGeom>
            <a:noFill/>
            <a:ln w="9525">
              <a:noFill/>
            </a:ln>
          </p:spPr>
          <p:txBody>
            <a:bodyPr wrap="square" anchor="t">
              <a:spAutoFit/>
            </a:bodyPr>
            <a:lstStyle/>
            <a:p>
              <a:pPr algn="l"/>
              <a:r>
                <a:rPr lang="en-US" altLang="zh-CN"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INTERACT</a:t>
              </a:r>
              <a:endPar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endParaRPr>
            </a:p>
          </p:txBody>
        </p:sp>
      </p:grpSp>
      <p:pic>
        <p:nvPicPr>
          <p:cNvPr id="45" name="图片 44" descr="31393935333939383b31373432363535383bbfc6d1a7"/>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911350" y="3460115"/>
            <a:ext cx="1461770" cy="1461770"/>
          </a:xfrm>
          <a:prstGeom prst="rect">
            <a:avLst/>
          </a:prstGeom>
        </p:spPr>
      </p:pic>
      <p:pic>
        <p:nvPicPr>
          <p:cNvPr id="3" name="图片 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8255" y="1315958"/>
            <a:ext cx="5726605" cy="1250010"/>
          </a:xfrm>
          <a:prstGeom prst="rect">
            <a:avLst/>
          </a:prstGeom>
        </p:spPr>
      </p:pic>
      <p:pic>
        <p:nvPicPr>
          <p:cNvPr id="28" name="图片 27"/>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6018528" y="1896201"/>
            <a:ext cx="5221956" cy="1843548"/>
          </a:xfrm>
          <a:prstGeom prst="rect">
            <a:avLst/>
          </a:prstGeom>
        </p:spPr>
      </p:pic>
      <p:pic>
        <p:nvPicPr>
          <p:cNvPr id="25" name="图片 24"/>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6553275" y="3135995"/>
            <a:ext cx="5030308" cy="1712782"/>
          </a:xfrm>
          <a:prstGeom prst="rect">
            <a:avLst/>
          </a:prstGeom>
        </p:spPr>
      </p:pic>
      <p:pic>
        <p:nvPicPr>
          <p:cNvPr id="4" name="图片 3"/>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6936397" y="3412847"/>
            <a:ext cx="4838834" cy="2574447"/>
          </a:xfrm>
          <a:prstGeom prst="rect">
            <a:avLst/>
          </a:prstGeom>
        </p:spPr>
      </p:pic>
      <p:sp>
        <p:nvSpPr>
          <p:cNvPr id="26" name="标题 1"/>
          <p:cNvSpPr txBox="1"/>
          <p:nvPr/>
        </p:nvSpPr>
        <p:spPr>
          <a:xfrm flipH="1">
            <a:off x="-243841" y="517409"/>
            <a:ext cx="3616960" cy="496803"/>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en-US" altLang="zh-CN" sz="280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EMBEDMODEL</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spTree>
    <p:custDataLst>
      <p:tags r:id="rId1"/>
    </p:custDataLst>
    <p:extLst>
      <p:ext uri="{BB962C8B-B14F-4D97-AF65-F5344CB8AC3E}">
        <p14:creationId xmlns:p14="http://schemas.microsoft.com/office/powerpoint/2010/main" val="40075103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数据交互</a:t>
            </a:r>
          </a:p>
        </p:txBody>
      </p:sp>
      <p:graphicFrame>
        <p:nvGraphicFramePr>
          <p:cNvPr id="2" name="图表 1"/>
          <p:cNvGraphicFramePr/>
          <p:nvPr/>
        </p:nvGraphicFramePr>
        <p:xfrm>
          <a:off x="6006465" y="1248410"/>
          <a:ext cx="6350000" cy="4762500"/>
        </p:xfrm>
        <a:graphic>
          <a:graphicData uri="http://schemas.openxmlformats.org/drawingml/2006/chart">
            <c:chart xmlns:c="http://schemas.openxmlformats.org/drawingml/2006/chart" xmlns:r="http://schemas.openxmlformats.org/officeDocument/2006/relationships" r:id="rId15"/>
          </a:graphicData>
        </a:graphic>
      </p:graphicFrame>
      <p:grpSp>
        <p:nvGrpSpPr>
          <p:cNvPr id="10" name="组合 9"/>
          <p:cNvGrpSpPr/>
          <p:nvPr>
            <p:custDataLst>
              <p:tags r:id="rId2"/>
            </p:custDataLst>
          </p:nvPr>
        </p:nvGrpSpPr>
        <p:grpSpPr>
          <a:xfrm>
            <a:off x="1826260" y="1513205"/>
            <a:ext cx="4700905" cy="1332230"/>
            <a:chOff x="2876" y="2383"/>
            <a:chExt cx="7403" cy="2098"/>
          </a:xfrm>
        </p:grpSpPr>
        <p:sp>
          <p:nvSpPr>
            <p:cNvPr id="3" name="五边形 2"/>
            <p:cNvSpPr/>
            <p:nvPr>
              <p:custDataLst>
                <p:tags r:id="rId11"/>
              </p:custDataLst>
            </p:nvPr>
          </p:nvSpPr>
          <p:spPr>
            <a:xfrm flipH="1">
              <a:off x="2876" y="2383"/>
              <a:ext cx="7403" cy="2098"/>
            </a:xfrm>
            <a:prstGeom prst="homePlate">
              <a:avLst/>
            </a:prstGeom>
            <a:pattFill prst="pct20">
              <a:fgClr>
                <a:srgbClr val="70A3DE"/>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62" name="组合 15"/>
            <p:cNvGrpSpPr/>
            <p:nvPr/>
          </p:nvGrpSpPr>
          <p:grpSpPr>
            <a:xfrm>
              <a:off x="3857" y="2406"/>
              <a:ext cx="6312" cy="1582"/>
              <a:chOff x="-2605" y="3109"/>
              <a:chExt cx="6590" cy="1617"/>
            </a:xfrm>
          </p:grpSpPr>
          <p:sp>
            <p:nvSpPr>
              <p:cNvPr id="10263" name="333333"/>
              <p:cNvSpPr txBox="1"/>
              <p:nvPr>
                <p:custDataLst>
                  <p:tags r:id="rId12"/>
                </p:custDataLst>
              </p:nvPr>
            </p:nvSpPr>
            <p:spPr>
              <a:xfrm>
                <a:off x="1166" y="3109"/>
                <a:ext cx="2819" cy="593"/>
              </a:xfrm>
              <a:prstGeom prst="rect">
                <a:avLst/>
              </a:prstGeom>
              <a:noFill/>
              <a:ln w="9525">
                <a:noFill/>
              </a:ln>
            </p:spPr>
            <p:txBody>
              <a:bodyPr wrap="square" anchor="t">
                <a:spAutoFit/>
              </a:bodyPr>
              <a:lstStyle/>
              <a:p>
                <a:pPr algn="r"/>
                <a:r>
                  <a:rPr lang="zh-CN" altLang="en-US"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关键内容提取</a:t>
                </a:r>
              </a:p>
            </p:txBody>
          </p:sp>
          <p:sp>
            <p:nvSpPr>
              <p:cNvPr id="10264" name="1111"/>
              <p:cNvSpPr txBox="1"/>
              <p:nvPr>
                <p:custDataLst>
                  <p:tags r:id="rId13"/>
                </p:custDataLst>
              </p:nvPr>
            </p:nvSpPr>
            <p:spPr>
              <a:xfrm>
                <a:off x="-2605" y="3629"/>
                <a:ext cx="6590" cy="1097"/>
              </a:xfrm>
              <a:prstGeom prst="rect">
                <a:avLst/>
              </a:prstGeom>
              <a:noFill/>
              <a:ln w="9525">
                <a:noFill/>
              </a:ln>
            </p:spPr>
            <p:txBody>
              <a:bodyPr wrap="square" anchor="t">
                <a:spAutoFit/>
              </a:bodyPr>
              <a:lstStyle/>
              <a:p>
                <a:pPr algn="just">
                  <a:lnSpc>
                    <a:spcPct val="120000"/>
                  </a:lnSpc>
                  <a:spcBef>
                    <a:spcPts val="0"/>
                  </a:spcBef>
                  <a:spcAft>
                    <a:spcPts val="0"/>
                  </a:spcAft>
                </a:pPr>
                <a:r>
                  <a:rPr lang="zh-CN" altLang="en-US"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从用户输入中提取关键信息，如用户计划的目的地、出发时间等，精确生成内容</a:t>
                </a:r>
              </a:p>
            </p:txBody>
          </p:sp>
        </p:grpSp>
      </p:grpSp>
      <p:grpSp>
        <p:nvGrpSpPr>
          <p:cNvPr id="9" name="组合 8"/>
          <p:cNvGrpSpPr/>
          <p:nvPr>
            <p:custDataLst>
              <p:tags r:id="rId3"/>
            </p:custDataLst>
          </p:nvPr>
        </p:nvGrpSpPr>
        <p:grpSpPr>
          <a:xfrm>
            <a:off x="285750" y="3185795"/>
            <a:ext cx="6241415" cy="1331595"/>
            <a:chOff x="450" y="5017"/>
            <a:chExt cx="9829" cy="2097"/>
          </a:xfrm>
        </p:grpSpPr>
        <p:sp>
          <p:nvSpPr>
            <p:cNvPr id="4" name="五边形 3"/>
            <p:cNvSpPr/>
            <p:nvPr>
              <p:custDataLst>
                <p:tags r:id="rId8"/>
              </p:custDataLst>
            </p:nvPr>
          </p:nvSpPr>
          <p:spPr>
            <a:xfrm flipH="1">
              <a:off x="450" y="5017"/>
              <a:ext cx="9829" cy="2097"/>
            </a:xfrm>
            <a:prstGeom prst="homePlate">
              <a:avLst/>
            </a:prstGeom>
            <a:pattFill prst="pct75">
              <a:fgClr>
                <a:srgbClr val="C3D8F6"/>
              </a:fgClr>
              <a:bgClr>
                <a:srgbClr val="FFFFFF"/>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6" name="组合 15"/>
            <p:cNvGrpSpPr/>
            <p:nvPr/>
          </p:nvGrpSpPr>
          <p:grpSpPr>
            <a:xfrm>
              <a:off x="1608" y="5045"/>
              <a:ext cx="8671" cy="1566"/>
              <a:chOff x="-5068" y="3109"/>
              <a:chExt cx="9053" cy="1601"/>
            </a:xfrm>
          </p:grpSpPr>
          <p:sp>
            <p:nvSpPr>
              <p:cNvPr id="7" name="333333"/>
              <p:cNvSpPr txBox="1"/>
              <p:nvPr>
                <p:custDataLst>
                  <p:tags r:id="rId9"/>
                </p:custDataLst>
              </p:nvPr>
            </p:nvSpPr>
            <p:spPr>
              <a:xfrm>
                <a:off x="1166" y="3109"/>
                <a:ext cx="2819" cy="593"/>
              </a:xfrm>
              <a:prstGeom prst="rect">
                <a:avLst/>
              </a:prstGeom>
              <a:noFill/>
              <a:ln w="9525">
                <a:noFill/>
              </a:ln>
            </p:spPr>
            <p:txBody>
              <a:bodyPr wrap="square" anchor="t">
                <a:spAutoFit/>
              </a:bodyPr>
              <a:lstStyle/>
              <a:p>
                <a:pPr algn="r"/>
                <a:r>
                  <a:rPr lang="zh-CN" altLang="en-US"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爬虫抓取</a:t>
                </a:r>
              </a:p>
            </p:txBody>
          </p:sp>
          <p:sp>
            <p:nvSpPr>
              <p:cNvPr id="8" name="1111"/>
              <p:cNvSpPr txBox="1"/>
              <p:nvPr>
                <p:custDataLst>
                  <p:tags r:id="rId10"/>
                </p:custDataLst>
              </p:nvPr>
            </p:nvSpPr>
            <p:spPr>
              <a:xfrm>
                <a:off x="-5068" y="3613"/>
                <a:ext cx="9053" cy="1097"/>
              </a:xfrm>
              <a:prstGeom prst="rect">
                <a:avLst/>
              </a:prstGeom>
              <a:noFill/>
              <a:ln w="9525">
                <a:noFill/>
              </a:ln>
            </p:spPr>
            <p:txBody>
              <a:bodyPr wrap="square" anchor="t">
                <a:spAutoFit/>
              </a:bodyPr>
              <a:lstStyle/>
              <a:p>
                <a:pPr algn="just">
                  <a:lnSpc>
                    <a:spcPct val="120000"/>
                  </a:lnSpc>
                  <a:spcBef>
                    <a:spcPts val="0"/>
                  </a:spcBef>
                  <a:spcAft>
                    <a:spcPts val="0"/>
                  </a:spcAft>
                </a:pPr>
                <a:r>
                  <a:rPr lang="zh-CN" altLang="en-US"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通过提取所得的关键信息，用爬虫抓取相关网页内容，满足信息的实时性和真实性</a:t>
                </a:r>
              </a:p>
            </p:txBody>
          </p:sp>
        </p:grpSp>
      </p:grpSp>
      <p:grpSp>
        <p:nvGrpSpPr>
          <p:cNvPr id="14" name="组合 13"/>
          <p:cNvGrpSpPr/>
          <p:nvPr>
            <p:custDataLst>
              <p:tags r:id="rId4"/>
            </p:custDataLst>
          </p:nvPr>
        </p:nvGrpSpPr>
        <p:grpSpPr>
          <a:xfrm>
            <a:off x="1318260" y="4857750"/>
            <a:ext cx="5208905" cy="1331595"/>
            <a:chOff x="2076" y="7650"/>
            <a:chExt cx="8203" cy="2097"/>
          </a:xfrm>
        </p:grpSpPr>
        <p:sp>
          <p:nvSpPr>
            <p:cNvPr id="5" name="五边形 4"/>
            <p:cNvSpPr/>
            <p:nvPr>
              <p:custDataLst>
                <p:tags r:id="rId5"/>
              </p:custDataLst>
            </p:nvPr>
          </p:nvSpPr>
          <p:spPr>
            <a:xfrm flipH="1">
              <a:off x="2076" y="7650"/>
              <a:ext cx="8203" cy="2097"/>
            </a:xfrm>
            <a:prstGeom prst="homePlate">
              <a:avLst/>
            </a:prstGeom>
            <a:pattFill prst="pct75">
              <a:fgClr>
                <a:schemeClr val="bg1"/>
              </a:fgClr>
              <a:bgClr>
                <a:srgbClr val="70A3DE"/>
              </a:bgClr>
            </a:patt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3" name="组合 12"/>
            <p:cNvGrpSpPr/>
            <p:nvPr/>
          </p:nvGrpSpPr>
          <p:grpSpPr>
            <a:xfrm>
              <a:off x="3202" y="7691"/>
              <a:ext cx="7076" cy="2031"/>
              <a:chOff x="3202" y="7707"/>
              <a:chExt cx="7076" cy="2031"/>
            </a:xfrm>
          </p:grpSpPr>
          <p:sp>
            <p:nvSpPr>
              <p:cNvPr id="11" name="333333"/>
              <p:cNvSpPr txBox="1"/>
              <p:nvPr>
                <p:custDataLst>
                  <p:tags r:id="rId6"/>
                </p:custDataLst>
              </p:nvPr>
            </p:nvSpPr>
            <p:spPr>
              <a:xfrm>
                <a:off x="7577" y="7707"/>
                <a:ext cx="2700" cy="580"/>
              </a:xfrm>
              <a:prstGeom prst="rect">
                <a:avLst/>
              </a:prstGeom>
              <a:noFill/>
              <a:ln w="9525">
                <a:noFill/>
              </a:ln>
            </p:spPr>
            <p:txBody>
              <a:bodyPr wrap="square" anchor="t">
                <a:spAutoFit/>
              </a:bodyPr>
              <a:lstStyle/>
              <a:p>
                <a:pPr algn="r"/>
                <a:r>
                  <a:rPr lang="en-US" altLang="zh-CN"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CSV</a:t>
                </a:r>
                <a:r>
                  <a:rPr lang="zh-CN" altLang="en-US" b="1"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文件</a:t>
                </a:r>
              </a:p>
            </p:txBody>
          </p:sp>
          <p:sp>
            <p:nvSpPr>
              <p:cNvPr id="12" name="1111"/>
              <p:cNvSpPr txBox="1"/>
              <p:nvPr>
                <p:custDataLst>
                  <p:tags r:id="rId7"/>
                </p:custDataLst>
              </p:nvPr>
            </p:nvSpPr>
            <p:spPr>
              <a:xfrm>
                <a:off x="3202" y="8201"/>
                <a:ext cx="7076" cy="1537"/>
              </a:xfrm>
              <a:prstGeom prst="rect">
                <a:avLst/>
              </a:prstGeom>
              <a:noFill/>
              <a:ln w="9525">
                <a:noFill/>
              </a:ln>
            </p:spPr>
            <p:txBody>
              <a:bodyPr wrap="square" anchor="t">
                <a:spAutoFit/>
              </a:bodyPr>
              <a:lstStyle/>
              <a:p>
                <a:pPr algn="just">
                  <a:lnSpc>
                    <a:spcPct val="120000"/>
                  </a:lnSpc>
                  <a:spcBef>
                    <a:spcPts val="0"/>
                  </a:spcBef>
                  <a:spcAft>
                    <a:spcPts val="0"/>
                  </a:spcAft>
                </a:pPr>
                <a:r>
                  <a:rPr lang="zh-CN" altLang="en-US"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将对与各个景区的相关信息整理为</a:t>
                </a:r>
                <a:r>
                  <a:rPr lang="en-US" altLang="zh-CN"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CSV</a:t>
                </a:r>
                <a:r>
                  <a:rPr lang="zh-CN" altLang="en-US"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文件，大模型可以通过对</a:t>
                </a:r>
                <a:r>
                  <a:rPr lang="en-US" altLang="zh-CN"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CSV</a:t>
                </a:r>
                <a:r>
                  <a:rPr lang="zh-CN" altLang="en-US" sz="1600" dirty="0">
                    <a:solidFill>
                      <a:srgbClr val="262626"/>
                    </a:solidFill>
                    <a:latin typeface="微软雅黑" panose="020B0503020204020204" pitchFamily="34" charset="-122"/>
                    <a:ea typeface="微软雅黑" panose="020B0503020204020204" pitchFamily="34" charset="-122"/>
                    <a:sym typeface="微软雅黑" panose="020B0503020204020204" pitchFamily="34" charset="-122"/>
                  </a:rPr>
                  <a:t>文件的查询和学习来生产更完整的输出</a:t>
                </a:r>
              </a:p>
            </p:txBody>
          </p:sp>
        </p:grpSp>
      </p:grpSp>
      <p:graphicFrame>
        <p:nvGraphicFramePr>
          <p:cNvPr id="16" name="图表 15"/>
          <p:cNvGraphicFramePr/>
          <p:nvPr/>
        </p:nvGraphicFramePr>
        <p:xfrm>
          <a:off x="6133465" y="1375410"/>
          <a:ext cx="6350000" cy="4762500"/>
        </p:xfrm>
        <a:graphic>
          <a:graphicData uri="http://schemas.openxmlformats.org/drawingml/2006/chart">
            <c:chart xmlns:c="http://schemas.openxmlformats.org/drawingml/2006/chart" xmlns:r="http://schemas.openxmlformats.org/officeDocument/2006/relationships" r:id="rId16"/>
          </a:graphicData>
        </a:graphic>
      </p:graphicFrame>
      <p:graphicFrame>
        <p:nvGraphicFramePr>
          <p:cNvPr id="17" name="图表 16"/>
          <p:cNvGraphicFramePr/>
          <p:nvPr/>
        </p:nvGraphicFramePr>
        <p:xfrm>
          <a:off x="4382135" y="2304415"/>
          <a:ext cx="6350000" cy="4762500"/>
        </p:xfrm>
        <a:graphic>
          <a:graphicData uri="http://schemas.openxmlformats.org/drawingml/2006/chart">
            <c:chart xmlns:c="http://schemas.openxmlformats.org/drawingml/2006/chart" xmlns:r="http://schemas.openxmlformats.org/officeDocument/2006/relationships" r:id="rId17"/>
          </a:graphicData>
        </a:graphic>
      </p:graphicFrame>
      <p:pic>
        <p:nvPicPr>
          <p:cNvPr id="25" name="图片 24"/>
          <p:cNvPicPr>
            <a:picLocks noChangeAspect="1"/>
          </p:cNvPicPr>
          <p:nvPr/>
        </p:nvPicPr>
        <p:blipFill>
          <a:blip r:embed="rId18"/>
          <a:stretch>
            <a:fillRect/>
          </a:stretch>
        </p:blipFill>
        <p:spPr>
          <a:xfrm>
            <a:off x="6641465" y="1402715"/>
            <a:ext cx="4770755" cy="4770755"/>
          </a:xfrm>
          <a:prstGeom prst="rect">
            <a:avLst/>
          </a:prstGeom>
        </p:spPr>
      </p:pic>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数据生成</a:t>
            </a:r>
          </a:p>
        </p:txBody>
      </p:sp>
      <p:pic>
        <p:nvPicPr>
          <p:cNvPr id="3" name="图片 2"/>
          <p:cNvPicPr>
            <a:picLocks noChangeAspect="1"/>
          </p:cNvPicPr>
          <p:nvPr/>
        </p:nvPicPr>
        <p:blipFill>
          <a:blip r:embed="rId3"/>
          <a:stretch>
            <a:fillRect/>
          </a:stretch>
        </p:blipFill>
        <p:spPr>
          <a:xfrm>
            <a:off x="2872740" y="757555"/>
            <a:ext cx="8823325" cy="2026285"/>
          </a:xfrm>
          <a:prstGeom prst="rect">
            <a:avLst/>
          </a:prstGeom>
        </p:spPr>
      </p:pic>
      <p:sp>
        <p:nvSpPr>
          <p:cNvPr id="4" name="文本框 3"/>
          <p:cNvSpPr txBox="1"/>
          <p:nvPr/>
        </p:nvSpPr>
        <p:spPr>
          <a:xfrm>
            <a:off x="535305" y="1586865"/>
            <a:ext cx="4064000" cy="706755"/>
          </a:xfrm>
          <a:prstGeom prst="rect">
            <a:avLst/>
          </a:prstGeom>
          <a:noFill/>
        </p:spPr>
        <p:txBody>
          <a:bodyPr wrap="square" rtlCol="0">
            <a:spAutoFit/>
          </a:bodyPr>
          <a:lstStyle/>
          <a:p>
            <a:r>
              <a:rPr lang="zh-CN" altLang="en-US" sz="40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行程规划</a:t>
            </a:r>
          </a:p>
        </p:txBody>
      </p:sp>
      <p:sp>
        <p:nvSpPr>
          <p:cNvPr id="27" name="文本框 26"/>
          <p:cNvSpPr txBox="1"/>
          <p:nvPr/>
        </p:nvSpPr>
        <p:spPr>
          <a:xfrm>
            <a:off x="581660" y="4396740"/>
            <a:ext cx="4064000" cy="713740"/>
          </a:xfrm>
          <a:prstGeom prst="rect">
            <a:avLst/>
          </a:prstGeom>
          <a:noFill/>
        </p:spPr>
        <p:txBody>
          <a:bodyPr wrap="square" rtlCol="0">
            <a:noAutofit/>
          </a:bodyPr>
          <a:lstStyle/>
          <a:p>
            <a:r>
              <a:rPr lang="zh-CN" altLang="en-US" sz="4000" b="1" kern="2000" spc="100" dirty="0">
                <a:solidFill>
                  <a:srgbClr val="6498CE"/>
                </a:solidFill>
                <a:uFillTx/>
                <a:latin typeface="微软雅黑" panose="020B0503020204020204" pitchFamily="34" charset="-122"/>
                <a:ea typeface="微软雅黑" panose="020B0503020204020204" pitchFamily="34" charset="-122"/>
                <a:sym typeface="微软雅黑" panose="020B0503020204020204" pitchFamily="34" charset="-122"/>
              </a:rPr>
              <a:t>出行方式</a:t>
            </a:r>
          </a:p>
        </p:txBody>
      </p:sp>
      <p:pic>
        <p:nvPicPr>
          <p:cNvPr id="32" name="图片 31"/>
          <p:cNvPicPr>
            <a:picLocks noChangeAspect="1"/>
          </p:cNvPicPr>
          <p:nvPr/>
        </p:nvPicPr>
        <p:blipFill>
          <a:blip r:embed="rId4"/>
          <a:stretch>
            <a:fillRect/>
          </a:stretch>
        </p:blipFill>
        <p:spPr>
          <a:xfrm>
            <a:off x="3058795" y="2917190"/>
            <a:ext cx="8361045" cy="3985260"/>
          </a:xfrm>
          <a:prstGeom prst="rect">
            <a:avLst/>
          </a:prstGeom>
        </p:spPr>
      </p:pic>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12" name="组合 11"/>
          <p:cNvGrpSpPr/>
          <p:nvPr>
            <p:custDataLst>
              <p:tags r:id="rId2"/>
            </p:custDataLst>
          </p:nvPr>
        </p:nvGrpSpPr>
        <p:grpSpPr>
          <a:xfrm>
            <a:off x="916305" y="1688465"/>
            <a:ext cx="10356215" cy="4031615"/>
            <a:chOff x="1442" y="2896"/>
            <a:chExt cx="16309" cy="5704"/>
          </a:xfrm>
        </p:grpSpPr>
        <p:sp>
          <p:nvSpPr>
            <p:cNvPr id="9" name="矩形 8"/>
            <p:cNvSpPr/>
            <p:nvPr>
              <p:custDataLst>
                <p:tags r:id="rId9"/>
              </p:custDataLst>
            </p:nvPr>
          </p:nvSpPr>
          <p:spPr>
            <a:xfrm>
              <a:off x="1442" y="2896"/>
              <a:ext cx="16309" cy="5704"/>
            </a:xfrm>
            <a:prstGeom prst="rect">
              <a:avLst/>
            </a:prstGeom>
            <a:solidFill>
              <a:srgbClr val="EEF4F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custDataLst>
                <p:tags r:id="rId10"/>
              </p:custDataLst>
            </p:nvPr>
          </p:nvSpPr>
          <p:spPr>
            <a:xfrm>
              <a:off x="1476" y="2896"/>
              <a:ext cx="8754" cy="5704"/>
            </a:xfrm>
            <a:custGeom>
              <a:avLst/>
              <a:gdLst>
                <a:gd name="connsiteX0" fmla="*/ 0 w 8142"/>
                <a:gd name="connsiteY0" fmla="*/ 0 h 5704"/>
                <a:gd name="connsiteX1" fmla="*/ 5884 w 8142"/>
                <a:gd name="connsiteY1" fmla="*/ 1 h 5704"/>
                <a:gd name="connsiteX2" fmla="*/ 8142 w 8142"/>
                <a:gd name="connsiteY2" fmla="*/ 2853 h 5704"/>
                <a:gd name="connsiteX3" fmla="*/ 5884 w 8142"/>
                <a:gd name="connsiteY3" fmla="*/ 5704 h 5704"/>
                <a:gd name="connsiteX4" fmla="*/ 17 w 8142"/>
                <a:gd name="connsiteY4" fmla="*/ 5704 h 5704"/>
                <a:gd name="connsiteX5" fmla="*/ 0 w 8142"/>
                <a:gd name="connsiteY5" fmla="*/ 0 h 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2" h="5704">
                  <a:moveTo>
                    <a:pt x="0" y="0"/>
                  </a:moveTo>
                  <a:lnTo>
                    <a:pt x="5884" y="1"/>
                  </a:lnTo>
                  <a:cubicBezTo>
                    <a:pt x="7131" y="1"/>
                    <a:pt x="8142" y="1278"/>
                    <a:pt x="8142" y="2853"/>
                  </a:cubicBezTo>
                  <a:cubicBezTo>
                    <a:pt x="8142" y="4427"/>
                    <a:pt x="7131" y="5704"/>
                    <a:pt x="5884" y="5704"/>
                  </a:cubicBezTo>
                  <a:lnTo>
                    <a:pt x="17" y="5704"/>
                  </a:lnTo>
                  <a:lnTo>
                    <a:pt x="0" y="0"/>
                  </a:lnTo>
                  <a:close/>
                </a:path>
              </a:pathLst>
            </a:cu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15"/>
          <p:cNvGrpSpPr/>
          <p:nvPr>
            <p:custDataLst>
              <p:tags r:id="rId3"/>
            </p:custDataLst>
          </p:nvPr>
        </p:nvGrpSpPr>
        <p:grpSpPr>
          <a:xfrm>
            <a:off x="1347996" y="2664854"/>
            <a:ext cx="4445887" cy="2722049"/>
            <a:chOff x="-1401" y="3052"/>
            <a:chExt cx="7310" cy="4381"/>
          </a:xfrm>
        </p:grpSpPr>
        <p:sp>
          <p:nvSpPr>
            <p:cNvPr id="23" name="333333"/>
            <p:cNvSpPr txBox="1"/>
            <p:nvPr>
              <p:custDataLst>
                <p:tags r:id="rId7"/>
              </p:custDataLst>
            </p:nvPr>
          </p:nvSpPr>
          <p:spPr>
            <a:xfrm>
              <a:off x="-1192" y="3052"/>
              <a:ext cx="6641" cy="593"/>
            </a:xfrm>
            <a:prstGeom prst="rect">
              <a:avLst/>
            </a:prstGeom>
            <a:noFill/>
            <a:ln w="9525">
              <a:noFill/>
            </a:ln>
          </p:spPr>
          <p:txBody>
            <a:bodyPr wrap="square" anchor="t">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input-send按钮优化</a:t>
              </a:r>
              <a:r>
                <a:rPr lang="en-US" altLang="zh-CN"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1——</a:t>
              </a: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变色</a:t>
              </a:r>
            </a:p>
          </p:txBody>
        </p:sp>
        <p:sp>
          <p:nvSpPr>
            <p:cNvPr id="24" name="1111"/>
            <p:cNvSpPr txBox="1"/>
            <p:nvPr>
              <p:custDataLst>
                <p:tags r:id="rId8"/>
              </p:custDataLst>
            </p:nvPr>
          </p:nvSpPr>
          <p:spPr>
            <a:xfrm>
              <a:off x="-1401" y="3645"/>
              <a:ext cx="7310" cy="3788"/>
            </a:xfrm>
            <a:prstGeom prst="rect">
              <a:avLst/>
            </a:prstGeom>
            <a:noFill/>
            <a:ln w="9525">
              <a:noFill/>
            </a:ln>
          </p:spPr>
          <p:txBody>
            <a:bodyPr wrap="square" lIns="71755" rIns="71755" anchor="t">
              <a:spAutoFit/>
            </a:bodyPr>
            <a:lstStyle/>
            <a:p>
              <a:pPr indent="457200" algn="just">
                <a:lnSpc>
                  <a:spcPct val="150000"/>
                </a:lnSpc>
                <a:spcBef>
                  <a:spcPts val="0"/>
                </a:spcBef>
                <a:spcAft>
                  <a:spcPts val="0"/>
                </a:spcAft>
              </a:pPr>
              <a:r>
                <a:rPr lang="zh-CN" altLang="en-US" sz="1400" dirty="0">
                  <a:solidFill>
                    <a:schemeClr val="bg1"/>
                  </a:solidFill>
                  <a:latin typeface="微软雅黑 Light" panose="020B0502040204020203" charset="-122"/>
                  <a:ea typeface="微软雅黑 Light" panose="020B0502040204020203" charset="-122"/>
                  <a:sym typeface="微软雅黑" panose="020B0503020204020204" pitchFamily="34" charset="-122"/>
                </a:rPr>
                <a:t>通过监听输入框的变化，为`input-chat`的元素添加一个`input`事件监听器。当输入框的内容发生变化时，检查输入框的值是否不为空，如果输入框有内容，则给ID为`input-send`的元素添加`active`类，显示效果为发送按钮变为可点击状态；如果输入框为空，则移除ID为`input-send`的元素的`active`类，通常意味着使发送按钮变为不可点击状态。</a:t>
              </a:r>
            </a:p>
          </p:txBody>
        </p:sp>
      </p:grpSp>
      <p:sp>
        <p:nvSpPr>
          <p:cNvPr id="14" name="333333"/>
          <p:cNvSpPr txBox="1"/>
          <p:nvPr>
            <p:custDataLst>
              <p:tags r:id="rId4"/>
            </p:custDataLst>
          </p:nvPr>
        </p:nvSpPr>
        <p:spPr>
          <a:xfrm>
            <a:off x="7817485" y="2665095"/>
            <a:ext cx="1714500" cy="368300"/>
          </a:xfrm>
          <a:prstGeom prst="rect">
            <a:avLst/>
          </a:prstGeom>
          <a:noFill/>
          <a:ln w="9525">
            <a:noFill/>
          </a:ln>
        </p:spPr>
        <p:txBody>
          <a:bodyPr wrap="square" anchor="t">
            <a:sp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pic>
        <p:nvPicPr>
          <p:cNvPr id="16" name="图片 15" descr="31393935333939383b31373432363535393bd6bdb7c9bbfa"/>
          <p:cNvPicPr>
            <a:picLocks noChangeAspect="1"/>
          </p:cNvPicPr>
          <p:nvPr>
            <p:custDataLst>
              <p:tags r:id="rId5"/>
            </p:custDataLst>
          </p:nvPr>
        </p:nvPicPr>
        <p:blipFill>
          <a:blip r:embed="rId12">
            <a:extLst>
              <a:ext uri="{96DAC541-7B7A-43D3-8B79-37D633B846F1}">
                <asvg:svgBlip xmlns:asvg="http://schemas.microsoft.com/office/drawing/2016/SVG/main" r:embed="rId13"/>
              </a:ext>
            </a:extLst>
          </a:blip>
          <a:stretch>
            <a:fillRect/>
          </a:stretch>
        </p:blipFill>
        <p:spPr>
          <a:xfrm>
            <a:off x="8435975" y="2075180"/>
            <a:ext cx="476885" cy="476885"/>
          </a:xfrm>
          <a:prstGeom prst="rect">
            <a:avLst/>
          </a:prstGeom>
        </p:spPr>
      </p:pic>
      <p:pic>
        <p:nvPicPr>
          <p:cNvPr id="17" name="图片 16" descr="31393935333939383b31373432363535313bd1a7cebbc3b1"/>
          <p:cNvPicPr>
            <a:picLocks noChangeAspect="1"/>
          </p:cNvPicPr>
          <p:nvPr>
            <p:custDataLst>
              <p:tags r:id="rId6"/>
            </p:custDataLst>
          </p:nvPr>
        </p:nvPicPr>
        <p:blipFill>
          <a:blip r:embed="rId14">
            <a:extLst>
              <a:ext uri="{96DAC541-7B7A-43D3-8B79-37D633B846F1}">
                <asvg:svgBlip xmlns:asvg="http://schemas.microsoft.com/office/drawing/2016/SVG/main" r:embed="rId15"/>
              </a:ext>
            </a:extLst>
          </a:blip>
          <a:stretch>
            <a:fillRect/>
          </a:stretch>
        </p:blipFill>
        <p:spPr>
          <a:xfrm>
            <a:off x="3308350" y="2026285"/>
            <a:ext cx="525780" cy="525780"/>
          </a:xfrm>
          <a:prstGeom prst="rect">
            <a:avLst/>
          </a:prstGeom>
        </p:spPr>
      </p:pic>
      <p:pic>
        <p:nvPicPr>
          <p:cNvPr id="2" name="图片 1"/>
          <p:cNvPicPr>
            <a:picLocks noChangeAspect="1"/>
          </p:cNvPicPr>
          <p:nvPr/>
        </p:nvPicPr>
        <p:blipFill>
          <a:blip r:embed="rId16"/>
          <a:stretch>
            <a:fillRect/>
          </a:stretch>
        </p:blipFill>
        <p:spPr>
          <a:xfrm>
            <a:off x="5975350" y="3377565"/>
            <a:ext cx="5297170" cy="1664335"/>
          </a:xfrm>
          <a:prstGeom prst="rect">
            <a:avLst/>
          </a:prstGeom>
        </p:spPr>
      </p:pic>
      <p:pic>
        <p:nvPicPr>
          <p:cNvPr id="3" name="图片 2"/>
          <p:cNvPicPr>
            <a:picLocks noChangeAspect="1"/>
          </p:cNvPicPr>
          <p:nvPr/>
        </p:nvPicPr>
        <p:blipFill>
          <a:blip r:embed="rId17"/>
          <a:stretch>
            <a:fillRect/>
          </a:stretch>
        </p:blipFill>
        <p:spPr>
          <a:xfrm>
            <a:off x="4396105" y="595630"/>
            <a:ext cx="6373495" cy="1092835"/>
          </a:xfrm>
          <a:prstGeom prst="rect">
            <a:avLst/>
          </a:prstGeom>
        </p:spPr>
      </p:pic>
      <p:pic>
        <p:nvPicPr>
          <p:cNvPr id="4" name="图片 3"/>
          <p:cNvPicPr>
            <a:picLocks noChangeAspect="1"/>
          </p:cNvPicPr>
          <p:nvPr/>
        </p:nvPicPr>
        <p:blipFill>
          <a:blip r:embed="rId18"/>
          <a:stretch>
            <a:fillRect/>
          </a:stretch>
        </p:blipFill>
        <p:spPr>
          <a:xfrm>
            <a:off x="4375785" y="278130"/>
            <a:ext cx="6393815" cy="803275"/>
          </a:xfrm>
          <a:prstGeom prst="rect">
            <a:avLst/>
          </a:prstGeom>
        </p:spPr>
      </p:pic>
    </p:spTree>
    <p:custDataLst>
      <p:tags r:id="rId1"/>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sym typeface="+mn-ea"/>
              </a:rPr>
              <a:t>前端部分</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grpSp>
        <p:nvGrpSpPr>
          <p:cNvPr id="9" name="组合 8"/>
          <p:cNvGrpSpPr/>
          <p:nvPr>
            <p:custDataLst>
              <p:tags r:id="rId2"/>
            </p:custDataLst>
          </p:nvPr>
        </p:nvGrpSpPr>
        <p:grpSpPr>
          <a:xfrm>
            <a:off x="622300" y="1684020"/>
            <a:ext cx="4913630" cy="2963839"/>
            <a:chOff x="2155" y="4093"/>
            <a:chExt cx="6348" cy="3191"/>
          </a:xfrm>
        </p:grpSpPr>
        <p:sp>
          <p:nvSpPr>
            <p:cNvPr id="7" name="圆角矩形 6"/>
            <p:cNvSpPr/>
            <p:nvPr>
              <p:custDataLst>
                <p:tags r:id="rId16"/>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custDataLst>
                <p:tags r:id="rId17"/>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custDataLst>
              <p:tags r:id="rId3"/>
            </p:custDataLst>
          </p:nvPr>
        </p:nvGrpSpPr>
        <p:grpSpPr>
          <a:xfrm>
            <a:off x="5689600" y="2699385"/>
            <a:ext cx="5459095" cy="3653155"/>
            <a:chOff x="2155" y="4093"/>
            <a:chExt cx="6348" cy="3191"/>
          </a:xfrm>
        </p:grpSpPr>
        <p:sp>
          <p:nvSpPr>
            <p:cNvPr id="17" name="圆角矩形 16"/>
            <p:cNvSpPr/>
            <p:nvPr>
              <p:custDataLst>
                <p:tags r:id="rId14"/>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custDataLst>
                <p:tags r:id="rId15"/>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22" name="组合 15"/>
          <p:cNvGrpSpPr/>
          <p:nvPr>
            <p:custDataLst>
              <p:tags r:id="rId4"/>
            </p:custDataLst>
          </p:nvPr>
        </p:nvGrpSpPr>
        <p:grpSpPr>
          <a:xfrm>
            <a:off x="849575" y="2012695"/>
            <a:ext cx="4458051" cy="3367612"/>
            <a:chOff x="-1403" y="3053"/>
            <a:chExt cx="7330" cy="5420"/>
          </a:xfrm>
        </p:grpSpPr>
        <p:sp>
          <p:nvSpPr>
            <p:cNvPr id="23" name="333333"/>
            <p:cNvSpPr txBox="1"/>
            <p:nvPr>
              <p:custDataLst>
                <p:tags r:id="rId12"/>
              </p:custDataLst>
            </p:nvPr>
          </p:nvSpPr>
          <p:spPr>
            <a:xfrm>
              <a:off x="-1403" y="3053"/>
              <a:ext cx="6677" cy="593"/>
            </a:xfrm>
            <a:prstGeom prst="rect">
              <a:avLst/>
            </a:prstGeom>
            <a:noFill/>
            <a:ln w="9525">
              <a:noFill/>
            </a:ln>
          </p:spPr>
          <p:txBody>
            <a:bodyPr wrap="square" anchor="t">
              <a:sp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input-send按钮优化</a:t>
              </a:r>
              <a:r>
                <a:rPr lang="en-US" altLang="zh-CN"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2——</a:t>
              </a: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sym typeface="+mn-ea"/>
                </a:rPr>
                <a:t>增添悬窗</a:t>
              </a:r>
            </a:p>
          </p:txBody>
        </p:sp>
        <p:sp>
          <p:nvSpPr>
            <p:cNvPr id="24" name="1111"/>
            <p:cNvSpPr txBox="1"/>
            <p:nvPr>
              <p:custDataLst>
                <p:tags r:id="rId13"/>
              </p:custDataLst>
            </p:nvPr>
          </p:nvSpPr>
          <p:spPr>
            <a:xfrm>
              <a:off x="-1401" y="3645"/>
              <a:ext cx="7328" cy="4828"/>
            </a:xfrm>
            <a:prstGeom prst="rect">
              <a:avLst/>
            </a:prstGeom>
            <a:noFill/>
            <a:ln w="9525">
              <a:noFill/>
            </a:ln>
          </p:spPr>
          <p:txBody>
            <a:bodyPr wrap="square" anchor="t">
              <a:spAutoFit/>
            </a:bodyPr>
            <a:lstStyle/>
            <a:p>
              <a:pPr indent="457200" algn="just">
                <a:lnSpc>
                  <a:spcPct val="150000"/>
                </a:lnSpc>
                <a:spcBef>
                  <a:spcPts val="0"/>
                </a:spcBef>
                <a:spcAft>
                  <a:spcPts val="0"/>
                </a:spcAft>
              </a:pPr>
              <a:r>
                <a:rPr lang="zh-CN" altLang="en-US" sz="1400" dirty="0">
                  <a:solidFill>
                    <a:schemeClr val="tx1"/>
                  </a:solidFill>
                  <a:latin typeface="宋体" panose="02010600030101010101" pitchFamily="2" charset="-122"/>
                  <a:ea typeface="宋体" panose="02010600030101010101" pitchFamily="2" charset="-122"/>
                  <a:cs typeface="宋体" panose="02010600030101010101" pitchFamily="2" charset="-122"/>
                </a:rPr>
                <a:t>为`inputSend`按钮添加一个`mouseover`事件监听器，当鼠标悬停在`inputSend`元素上时，将`tooltip`元素的`display`样式设置为`block`，使其可见，并且设置`tooltip`元素的位置，使产生的悬窗能够悬浮在合适的位置，同理，又为`inputSend`元素添加了一个`mouseout`事件监听器，当鼠标从`inputSend`元素上移开时，`tooltip`元素的`display`样式设置为`none`，使其不可见。</a:t>
              </a:r>
            </a:p>
            <a:p>
              <a:pPr algn="just">
                <a:lnSpc>
                  <a:spcPct val="150000"/>
                </a:lnSpc>
                <a:spcBef>
                  <a:spcPts val="0"/>
                </a:spcBef>
                <a:spcAft>
                  <a:spcPts val="0"/>
                </a:spcAft>
              </a:pPr>
              <a:endParaRPr lang="zh-CN" altLang="en-US" sz="1400" dirty="0">
                <a:solidFill>
                  <a:schemeClr val="tx1"/>
                </a:solidFill>
                <a:latin typeface="宋体" panose="02010600030101010101" pitchFamily="2" charset="-122"/>
                <a:ea typeface="宋体" panose="02010600030101010101" pitchFamily="2" charset="-122"/>
                <a:cs typeface="宋体" panose="02010600030101010101" pitchFamily="2" charset="-122"/>
              </a:endParaRPr>
            </a:p>
          </p:txBody>
        </p:sp>
      </p:grpSp>
      <p:sp>
        <p:nvSpPr>
          <p:cNvPr id="20" name="333333"/>
          <p:cNvSpPr txBox="1"/>
          <p:nvPr>
            <p:custDataLst>
              <p:tags r:id="rId5"/>
            </p:custDataLst>
          </p:nvPr>
        </p:nvSpPr>
        <p:spPr>
          <a:xfrm>
            <a:off x="6464300" y="2397125"/>
            <a:ext cx="1714500" cy="368300"/>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grpSp>
        <p:nvGrpSpPr>
          <p:cNvPr id="32" name="组合 31"/>
          <p:cNvGrpSpPr/>
          <p:nvPr>
            <p:custDataLst>
              <p:tags r:id="rId6"/>
            </p:custDataLst>
          </p:nvPr>
        </p:nvGrpSpPr>
        <p:grpSpPr>
          <a:xfrm>
            <a:off x="2874010" y="5332095"/>
            <a:ext cx="2661920" cy="93345"/>
            <a:chOff x="4770" y="8601"/>
            <a:chExt cx="4192" cy="147"/>
          </a:xfrm>
        </p:grpSpPr>
        <p:cxnSp>
          <p:nvCxnSpPr>
            <p:cNvPr id="27" name="直接连接符 26"/>
            <p:cNvCxnSpPr/>
            <p:nvPr>
              <p:custDataLst>
                <p:tags r:id="rId10"/>
              </p:custDataLst>
            </p:nvPr>
          </p:nvCxnSpPr>
          <p:spPr>
            <a:xfrm>
              <a:off x="4770" y="8601"/>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6242" y="8748"/>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7"/>
            </p:custDataLst>
          </p:nvPr>
        </p:nvGrpSpPr>
        <p:grpSpPr>
          <a:xfrm flipH="1">
            <a:off x="6312535" y="2012315"/>
            <a:ext cx="2661920" cy="93345"/>
            <a:chOff x="9842" y="3313"/>
            <a:chExt cx="4192" cy="147"/>
          </a:xfrm>
        </p:grpSpPr>
        <p:cxnSp>
          <p:nvCxnSpPr>
            <p:cNvPr id="29" name="直接连接符 28"/>
            <p:cNvCxnSpPr/>
            <p:nvPr>
              <p:custDataLst>
                <p:tags r:id="rId8"/>
              </p:custDataLst>
            </p:nvPr>
          </p:nvCxnSpPr>
          <p:spPr>
            <a:xfrm>
              <a:off x="9842" y="3313"/>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9"/>
              </p:custDataLst>
            </p:nvPr>
          </p:nvCxnSpPr>
          <p:spPr>
            <a:xfrm>
              <a:off x="11314" y="3460"/>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19"/>
          <a:stretch>
            <a:fillRect/>
          </a:stretch>
        </p:blipFill>
        <p:spPr>
          <a:xfrm>
            <a:off x="2778125" y="379095"/>
            <a:ext cx="8667750" cy="1247775"/>
          </a:xfrm>
          <a:prstGeom prst="rect">
            <a:avLst/>
          </a:prstGeom>
        </p:spPr>
      </p:pic>
      <p:pic>
        <p:nvPicPr>
          <p:cNvPr id="3" name="图片 2"/>
          <p:cNvPicPr>
            <a:picLocks noChangeAspect="1"/>
          </p:cNvPicPr>
          <p:nvPr/>
        </p:nvPicPr>
        <p:blipFill>
          <a:blip r:embed="rId20"/>
          <a:stretch>
            <a:fillRect/>
          </a:stretch>
        </p:blipFill>
        <p:spPr>
          <a:xfrm>
            <a:off x="5899150" y="2765425"/>
            <a:ext cx="5718810" cy="3498850"/>
          </a:xfrm>
          <a:prstGeom prst="rect">
            <a:avLst/>
          </a:prstGeom>
        </p:spPr>
      </p:pic>
    </p:spTree>
    <p:custDataLst>
      <p:tags r:id="rId1"/>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sym typeface="+mn-ea"/>
              </a:rPr>
              <a:t>前端部分</a:t>
            </a:r>
            <a:endParaRPr lang="zh-CN" altLang="en-US" sz="2600" b="1" dirty="0">
              <a:solidFill>
                <a:schemeClr val="bg1"/>
              </a:solidFill>
              <a:latin typeface="微软雅黑" panose="020B0503020204020204" pitchFamily="34" charset="-122"/>
              <a:ea typeface="微软雅黑" panose="020B0503020204020204" pitchFamily="34" charset="-122"/>
            </a:endParaRPr>
          </a:p>
        </p:txBody>
      </p:sp>
      <p:grpSp>
        <p:nvGrpSpPr>
          <p:cNvPr id="12" name="组合 11"/>
          <p:cNvGrpSpPr/>
          <p:nvPr>
            <p:custDataLst>
              <p:tags r:id="rId2"/>
            </p:custDataLst>
          </p:nvPr>
        </p:nvGrpSpPr>
        <p:grpSpPr>
          <a:xfrm>
            <a:off x="916305" y="1688465"/>
            <a:ext cx="10356215" cy="4031615"/>
            <a:chOff x="1442" y="2896"/>
            <a:chExt cx="16309" cy="5704"/>
          </a:xfrm>
        </p:grpSpPr>
        <p:sp>
          <p:nvSpPr>
            <p:cNvPr id="9" name="矩形 8"/>
            <p:cNvSpPr/>
            <p:nvPr>
              <p:custDataLst>
                <p:tags r:id="rId11"/>
              </p:custDataLst>
            </p:nvPr>
          </p:nvSpPr>
          <p:spPr>
            <a:xfrm>
              <a:off x="1442" y="2896"/>
              <a:ext cx="16309" cy="5704"/>
            </a:xfrm>
            <a:prstGeom prst="rect">
              <a:avLst/>
            </a:prstGeom>
            <a:solidFill>
              <a:srgbClr val="EEF4F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custDataLst>
                <p:tags r:id="rId12"/>
              </p:custDataLst>
            </p:nvPr>
          </p:nvSpPr>
          <p:spPr>
            <a:xfrm>
              <a:off x="1476" y="2896"/>
              <a:ext cx="8754" cy="5704"/>
            </a:xfrm>
            <a:custGeom>
              <a:avLst/>
              <a:gdLst>
                <a:gd name="connsiteX0" fmla="*/ 0 w 8142"/>
                <a:gd name="connsiteY0" fmla="*/ 0 h 5704"/>
                <a:gd name="connsiteX1" fmla="*/ 5884 w 8142"/>
                <a:gd name="connsiteY1" fmla="*/ 1 h 5704"/>
                <a:gd name="connsiteX2" fmla="*/ 8142 w 8142"/>
                <a:gd name="connsiteY2" fmla="*/ 2853 h 5704"/>
                <a:gd name="connsiteX3" fmla="*/ 5884 w 8142"/>
                <a:gd name="connsiteY3" fmla="*/ 5704 h 5704"/>
                <a:gd name="connsiteX4" fmla="*/ 17 w 8142"/>
                <a:gd name="connsiteY4" fmla="*/ 5704 h 5704"/>
                <a:gd name="connsiteX5" fmla="*/ 0 w 8142"/>
                <a:gd name="connsiteY5" fmla="*/ 0 h 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2" h="5704">
                  <a:moveTo>
                    <a:pt x="0" y="0"/>
                  </a:moveTo>
                  <a:lnTo>
                    <a:pt x="5884" y="1"/>
                  </a:lnTo>
                  <a:cubicBezTo>
                    <a:pt x="7131" y="1"/>
                    <a:pt x="8142" y="1278"/>
                    <a:pt x="8142" y="2853"/>
                  </a:cubicBezTo>
                  <a:cubicBezTo>
                    <a:pt x="8142" y="4427"/>
                    <a:pt x="7131" y="5704"/>
                    <a:pt x="5884" y="5704"/>
                  </a:cubicBezTo>
                  <a:lnTo>
                    <a:pt x="17" y="5704"/>
                  </a:lnTo>
                  <a:lnTo>
                    <a:pt x="0" y="0"/>
                  </a:lnTo>
                  <a:close/>
                </a:path>
              </a:pathLst>
            </a:cu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15"/>
          <p:cNvGrpSpPr/>
          <p:nvPr>
            <p:custDataLst>
              <p:tags r:id="rId3"/>
            </p:custDataLst>
          </p:nvPr>
        </p:nvGrpSpPr>
        <p:grpSpPr>
          <a:xfrm>
            <a:off x="1347996" y="2664854"/>
            <a:ext cx="4445887" cy="2675449"/>
            <a:chOff x="-1401" y="3052"/>
            <a:chExt cx="7310" cy="4306"/>
          </a:xfrm>
        </p:grpSpPr>
        <p:sp>
          <p:nvSpPr>
            <p:cNvPr id="23" name="333333"/>
            <p:cNvSpPr txBox="1"/>
            <p:nvPr>
              <p:custDataLst>
                <p:tags r:id="rId9"/>
              </p:custDataLst>
            </p:nvPr>
          </p:nvSpPr>
          <p:spPr>
            <a:xfrm>
              <a:off x="-800" y="3052"/>
              <a:ext cx="5748" cy="593"/>
            </a:xfrm>
            <a:prstGeom prst="rect">
              <a:avLst/>
            </a:prstGeom>
            <a:noFill/>
            <a:ln w="9525">
              <a:noFill/>
            </a:ln>
          </p:spPr>
          <p:txBody>
            <a:bodyPr wrap="square" anchor="t">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附件按钮优化</a:t>
              </a:r>
              <a:r>
                <a:rPr lang="en-US" altLang="zh-CN"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鼠标悬浮变色</a:t>
              </a:r>
            </a:p>
          </p:txBody>
        </p:sp>
        <p:sp>
          <p:nvSpPr>
            <p:cNvPr id="24" name="1111"/>
            <p:cNvSpPr txBox="1"/>
            <p:nvPr>
              <p:custDataLst>
                <p:tags r:id="rId10"/>
              </p:custDataLst>
            </p:nvPr>
          </p:nvSpPr>
          <p:spPr>
            <a:xfrm>
              <a:off x="-1401" y="3645"/>
              <a:ext cx="7310" cy="3713"/>
            </a:xfrm>
            <a:prstGeom prst="rect">
              <a:avLst/>
            </a:prstGeom>
            <a:noFill/>
            <a:ln w="9525">
              <a:noFill/>
            </a:ln>
          </p:spPr>
          <p:txBody>
            <a:bodyPr wrap="square" lIns="71755" rIns="71755" anchor="t">
              <a:spAutoFit/>
            </a:bodyPr>
            <a:lstStyle/>
            <a:p>
              <a:pPr algn="just">
                <a:lnSpc>
                  <a:spcPct val="150000"/>
                </a:lnSpc>
                <a:spcBef>
                  <a:spcPts val="0"/>
                </a:spcBef>
                <a:spcAft>
                  <a:spcPts val="0"/>
                </a:spcAft>
              </a:pPr>
              <a:r>
                <a:rPr lang="en-US" altLang="zh-CN"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       </a:t>
              </a: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在 DOMContentLoaded 事件的回调函数中，为 添加附件按钮元素添加了mouseover 事件监听器，当鼠标悬停在附件图标上时触发，通过 classList.add 方法为 input-attachment 元素添加了一个 active 类，改变输入框的样式，使其变色从而优化用户体验感。此外添加mouseout 事件监听器，当鼠标从 inputAttachment 元素上移开时触发，通过 classList.remove 方法移除了 input-attachment 元素上的 active 类，从而使按钮恢复初始状态。</a:t>
              </a:r>
            </a:p>
          </p:txBody>
        </p:sp>
      </p:grpSp>
      <p:grpSp>
        <p:nvGrpSpPr>
          <p:cNvPr id="13" name="组合 15"/>
          <p:cNvGrpSpPr/>
          <p:nvPr>
            <p:custDataLst>
              <p:tags r:id="rId4"/>
            </p:custDataLst>
          </p:nvPr>
        </p:nvGrpSpPr>
        <p:grpSpPr>
          <a:xfrm>
            <a:off x="6650295" y="2664854"/>
            <a:ext cx="4445888" cy="828855"/>
            <a:chOff x="-1237" y="3052"/>
            <a:chExt cx="7310" cy="1334"/>
          </a:xfrm>
        </p:grpSpPr>
        <p:sp>
          <p:nvSpPr>
            <p:cNvPr id="14" name="333333"/>
            <p:cNvSpPr txBox="1"/>
            <p:nvPr>
              <p:custDataLst>
                <p:tags r:id="rId7"/>
              </p:custDataLst>
            </p:nvPr>
          </p:nvSpPr>
          <p:spPr>
            <a:xfrm>
              <a:off x="356" y="3052"/>
              <a:ext cx="2819" cy="593"/>
            </a:xfrm>
            <a:prstGeom prst="rect">
              <a:avLst/>
            </a:prstGeom>
            <a:noFill/>
            <a:ln w="9525">
              <a:noFill/>
            </a:ln>
          </p:spPr>
          <p:txBody>
            <a:bodyPr wrap="square" anchor="t">
              <a:spAutoFit/>
            </a:bodyPr>
            <a:lstStyle/>
            <a:p>
              <a:pPr algn="ctr"/>
              <a:r>
                <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sp>
          <p:nvSpPr>
            <p:cNvPr id="15" name="1111"/>
            <p:cNvSpPr txBox="1"/>
            <p:nvPr>
              <p:custDataLst>
                <p:tags r:id="rId8"/>
              </p:custDataLst>
            </p:nvPr>
          </p:nvSpPr>
          <p:spPr>
            <a:xfrm>
              <a:off x="-1237" y="3645"/>
              <a:ext cx="7310" cy="741"/>
            </a:xfrm>
            <a:prstGeom prst="rect">
              <a:avLst/>
            </a:prstGeom>
            <a:noFill/>
            <a:ln w="9525">
              <a:noFill/>
            </a:ln>
          </p:spPr>
          <p:txBody>
            <a:bodyPr wrap="square" lIns="71755" rIns="71755" anchor="t">
              <a:spAutoFit/>
            </a:bodyPr>
            <a:lstStyle/>
            <a:p>
              <a:pPr algn="just">
                <a:lnSpc>
                  <a:spcPct val="150000"/>
                </a:lnSpc>
                <a:spcBef>
                  <a:spcPts val="0"/>
                </a:spcBef>
                <a:spcAft>
                  <a:spcPts val="0"/>
                </a:spcAft>
              </a:pPr>
              <a:endParaRPr lang="zh-CN" altLang="en-US" sz="1600" dirty="0">
                <a:solidFill>
                  <a:schemeClr val="tx1"/>
                </a:solidFill>
                <a:latin typeface="微软雅黑 Light" panose="020B0502040204020203" charset="-122"/>
                <a:ea typeface="微软雅黑 Light" panose="020B0502040204020203" charset="-122"/>
                <a:sym typeface="微软雅黑" panose="020B0503020204020204" pitchFamily="34" charset="-122"/>
              </a:endParaRPr>
            </a:p>
          </p:txBody>
        </p:sp>
      </p:grpSp>
      <p:pic>
        <p:nvPicPr>
          <p:cNvPr id="16" name="图片 15" descr="31393935333939383b31373432363535393bd6bdb7c9bbfa"/>
          <p:cNvPicPr>
            <a:picLocks noChangeAspect="1"/>
          </p:cNvPicPr>
          <p:nvPr>
            <p:custDataLst>
              <p:tags r:id="rId5"/>
            </p:custDataLst>
          </p:nvPr>
        </p:nvPicPr>
        <p:blipFill>
          <a:blip r:embed="rId14">
            <a:extLst>
              <a:ext uri="{96DAC541-7B7A-43D3-8B79-37D633B846F1}">
                <asvg:svgBlip xmlns:asvg="http://schemas.microsoft.com/office/drawing/2016/SVG/main" r:embed="rId15"/>
              </a:ext>
            </a:extLst>
          </a:blip>
          <a:stretch>
            <a:fillRect/>
          </a:stretch>
        </p:blipFill>
        <p:spPr>
          <a:xfrm>
            <a:off x="8237855" y="2075180"/>
            <a:ext cx="476885" cy="476885"/>
          </a:xfrm>
          <a:prstGeom prst="rect">
            <a:avLst/>
          </a:prstGeom>
        </p:spPr>
      </p:pic>
      <p:pic>
        <p:nvPicPr>
          <p:cNvPr id="17" name="图片 16" descr="31393935333939383b31373432363535313bd1a7cebbc3b1"/>
          <p:cNvPicPr>
            <a:picLocks noChangeAspect="1"/>
          </p:cNvPicPr>
          <p:nvPr>
            <p:custDataLst>
              <p:tags r:id="rId6"/>
            </p:custDataLst>
          </p:nvPr>
        </p:nvPicPr>
        <p:blipFill>
          <a:blip r:embed="rId16">
            <a:extLst>
              <a:ext uri="{96DAC541-7B7A-43D3-8B79-37D633B846F1}">
                <asvg:svgBlip xmlns:asvg="http://schemas.microsoft.com/office/drawing/2016/SVG/main" r:embed="rId17"/>
              </a:ext>
            </a:extLst>
          </a:blip>
          <a:stretch>
            <a:fillRect/>
          </a:stretch>
        </p:blipFill>
        <p:spPr>
          <a:xfrm>
            <a:off x="3308350" y="2026285"/>
            <a:ext cx="525780" cy="525780"/>
          </a:xfrm>
          <a:prstGeom prst="rect">
            <a:avLst/>
          </a:prstGeom>
        </p:spPr>
      </p:pic>
      <p:pic>
        <p:nvPicPr>
          <p:cNvPr id="2" name="图片 1"/>
          <p:cNvPicPr>
            <a:picLocks noChangeAspect="1"/>
          </p:cNvPicPr>
          <p:nvPr/>
        </p:nvPicPr>
        <p:blipFill>
          <a:blip r:embed="rId18"/>
          <a:stretch>
            <a:fillRect/>
          </a:stretch>
        </p:blipFill>
        <p:spPr>
          <a:xfrm>
            <a:off x="5878830" y="3033395"/>
            <a:ext cx="5471795" cy="2075815"/>
          </a:xfrm>
          <a:prstGeom prst="rect">
            <a:avLst/>
          </a:prstGeom>
        </p:spPr>
      </p:pic>
      <p:pic>
        <p:nvPicPr>
          <p:cNvPr id="3" name="图片 2"/>
          <p:cNvPicPr>
            <a:picLocks noChangeAspect="1"/>
          </p:cNvPicPr>
          <p:nvPr/>
        </p:nvPicPr>
        <p:blipFill>
          <a:blip r:embed="rId19"/>
          <a:stretch>
            <a:fillRect/>
          </a:stretch>
        </p:blipFill>
        <p:spPr>
          <a:xfrm>
            <a:off x="3935095" y="604520"/>
            <a:ext cx="7160895" cy="573405"/>
          </a:xfrm>
          <a:prstGeom prst="rect">
            <a:avLst/>
          </a:prstGeom>
        </p:spPr>
      </p:pic>
      <p:pic>
        <p:nvPicPr>
          <p:cNvPr id="4" name="图片 3"/>
          <p:cNvPicPr>
            <a:picLocks noChangeAspect="1"/>
          </p:cNvPicPr>
          <p:nvPr/>
        </p:nvPicPr>
        <p:blipFill>
          <a:blip r:embed="rId20"/>
          <a:srcRect t="12578" r="97"/>
          <a:stretch>
            <a:fillRect/>
          </a:stretch>
        </p:blipFill>
        <p:spPr>
          <a:xfrm>
            <a:off x="4154170" y="1061720"/>
            <a:ext cx="6539230" cy="626745"/>
          </a:xfrm>
          <a:prstGeom prst="rect">
            <a:avLst/>
          </a:prstGeom>
        </p:spPr>
      </p:pic>
    </p:spTree>
    <p:custDataLst>
      <p:tags r:id="rId1"/>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9" name="组合 8"/>
          <p:cNvGrpSpPr/>
          <p:nvPr>
            <p:custDataLst>
              <p:tags r:id="rId2"/>
            </p:custDataLst>
          </p:nvPr>
        </p:nvGrpSpPr>
        <p:grpSpPr>
          <a:xfrm>
            <a:off x="622300" y="1684020"/>
            <a:ext cx="4913630" cy="2963839"/>
            <a:chOff x="2155" y="4093"/>
            <a:chExt cx="6348" cy="3191"/>
          </a:xfrm>
        </p:grpSpPr>
        <p:sp>
          <p:nvSpPr>
            <p:cNvPr id="7" name="圆角矩形 6"/>
            <p:cNvSpPr/>
            <p:nvPr>
              <p:custDataLst>
                <p:tags r:id="rId18"/>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custDataLst>
                <p:tags r:id="rId19"/>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custDataLst>
              <p:tags r:id="rId3"/>
            </p:custDataLst>
          </p:nvPr>
        </p:nvGrpSpPr>
        <p:grpSpPr>
          <a:xfrm>
            <a:off x="6235065" y="2699385"/>
            <a:ext cx="4913630" cy="2963839"/>
            <a:chOff x="2155" y="4093"/>
            <a:chExt cx="6348" cy="3191"/>
          </a:xfrm>
        </p:grpSpPr>
        <p:sp>
          <p:nvSpPr>
            <p:cNvPr id="17" name="圆角矩形 16"/>
            <p:cNvSpPr/>
            <p:nvPr>
              <p:custDataLst>
                <p:tags r:id="rId16"/>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custDataLst>
                <p:tags r:id="rId17"/>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22" name="组合 15"/>
          <p:cNvGrpSpPr/>
          <p:nvPr>
            <p:custDataLst>
              <p:tags r:id="rId4"/>
            </p:custDataLst>
          </p:nvPr>
        </p:nvGrpSpPr>
        <p:grpSpPr>
          <a:xfrm>
            <a:off x="850791" y="2012074"/>
            <a:ext cx="4562052" cy="2675450"/>
            <a:chOff x="-1401" y="3052"/>
            <a:chExt cx="7501" cy="4306"/>
          </a:xfrm>
        </p:grpSpPr>
        <p:sp>
          <p:nvSpPr>
            <p:cNvPr id="23" name="333333"/>
            <p:cNvSpPr txBox="1"/>
            <p:nvPr>
              <p:custDataLst>
                <p:tags r:id="rId14"/>
              </p:custDataLst>
            </p:nvPr>
          </p:nvSpPr>
          <p:spPr>
            <a:xfrm>
              <a:off x="-1315" y="3052"/>
              <a:ext cx="7415"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附件图标优化</a:t>
              </a:r>
              <a:r>
                <a:rPr lang="en-US" altLang="zh-CN"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a:t>
              </a: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鼠标悬浮弹出操作选项</a:t>
              </a:r>
            </a:p>
          </p:txBody>
        </p:sp>
        <p:sp>
          <p:nvSpPr>
            <p:cNvPr id="24" name="1111"/>
            <p:cNvSpPr txBox="1"/>
            <p:nvPr>
              <p:custDataLst>
                <p:tags r:id="rId15"/>
              </p:custDataLst>
            </p:nvPr>
          </p:nvSpPr>
          <p:spPr>
            <a:xfrm>
              <a:off x="-1401" y="3645"/>
              <a:ext cx="7328" cy="3713"/>
            </a:xfrm>
            <a:prstGeom prst="rect">
              <a:avLst/>
            </a:prstGeom>
            <a:noFill/>
            <a:ln w="9525">
              <a:noFill/>
            </a:ln>
          </p:spPr>
          <p:txBody>
            <a:bodyPr wrap="square" anchor="t">
              <a:spAutoFit/>
            </a:bodyPr>
            <a:lstStyle/>
            <a:p>
              <a:pPr indent="457200" algn="just">
                <a:lnSpc>
                  <a:spcPct val="15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实现随鼠标悬浮显示和隐藏的 tooltip ，当文档加载完成后，给 `inputAttachment` 元素添加了 `mouseover` 和 `mouseout` 事件监听器。鼠标悬浮时，tooltip 显示并定位到输入框附近；鼠标移出时，tooltip 隐藏。代码缺少 `inputAttachment` 变量的定义。</a:t>
              </a:r>
            </a:p>
          </p:txBody>
        </p:sp>
      </p:grpSp>
      <p:grpSp>
        <p:nvGrpSpPr>
          <p:cNvPr id="19" name="组合 15"/>
          <p:cNvGrpSpPr/>
          <p:nvPr>
            <p:custDataLst>
              <p:tags r:id="rId5"/>
            </p:custDataLst>
          </p:nvPr>
        </p:nvGrpSpPr>
        <p:grpSpPr>
          <a:xfrm>
            <a:off x="6464191" y="2218466"/>
            <a:ext cx="4456835" cy="1637828"/>
            <a:chOff x="-1401" y="1750"/>
            <a:chExt cx="7328" cy="2636"/>
          </a:xfrm>
        </p:grpSpPr>
        <p:sp>
          <p:nvSpPr>
            <p:cNvPr id="20" name="333333"/>
            <p:cNvSpPr txBox="1"/>
            <p:nvPr>
              <p:custDataLst>
                <p:tags r:id="rId12"/>
              </p:custDataLst>
            </p:nvPr>
          </p:nvSpPr>
          <p:spPr>
            <a:xfrm>
              <a:off x="1189" y="1750"/>
              <a:ext cx="2819"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sp>
          <p:nvSpPr>
            <p:cNvPr id="21" name="1111"/>
            <p:cNvSpPr txBox="1"/>
            <p:nvPr>
              <p:custDataLst>
                <p:tags r:id="rId13"/>
              </p:custDataLst>
            </p:nvPr>
          </p:nvSpPr>
          <p:spPr>
            <a:xfrm>
              <a:off x="-1401" y="3645"/>
              <a:ext cx="7328" cy="741"/>
            </a:xfrm>
            <a:prstGeom prst="rect">
              <a:avLst/>
            </a:prstGeom>
            <a:noFill/>
            <a:ln w="9525">
              <a:noFill/>
            </a:ln>
          </p:spPr>
          <p:txBody>
            <a:bodyPr wrap="square" anchor="t">
              <a:spAutoFit/>
            </a:bodyPr>
            <a:lstStyle/>
            <a:p>
              <a:pPr algn="just">
                <a:lnSpc>
                  <a:spcPct val="150000"/>
                </a:lnSpc>
                <a:spcBef>
                  <a:spcPts val="0"/>
                </a:spcBef>
                <a:spcAft>
                  <a:spcPts val="0"/>
                </a:spcAft>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2" name="组合 31"/>
          <p:cNvGrpSpPr/>
          <p:nvPr>
            <p:custDataLst>
              <p:tags r:id="rId6"/>
            </p:custDataLst>
          </p:nvPr>
        </p:nvGrpSpPr>
        <p:grpSpPr>
          <a:xfrm>
            <a:off x="2874010" y="5332095"/>
            <a:ext cx="2661920" cy="93345"/>
            <a:chOff x="4770" y="8601"/>
            <a:chExt cx="4192" cy="147"/>
          </a:xfrm>
        </p:grpSpPr>
        <p:cxnSp>
          <p:nvCxnSpPr>
            <p:cNvPr id="27" name="直接连接符 26"/>
            <p:cNvCxnSpPr/>
            <p:nvPr>
              <p:custDataLst>
                <p:tags r:id="rId10"/>
              </p:custDataLst>
            </p:nvPr>
          </p:nvCxnSpPr>
          <p:spPr>
            <a:xfrm>
              <a:off x="4770" y="8601"/>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6242" y="8748"/>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7"/>
            </p:custDataLst>
          </p:nvPr>
        </p:nvGrpSpPr>
        <p:grpSpPr>
          <a:xfrm flipH="1">
            <a:off x="6312535" y="2012315"/>
            <a:ext cx="2661920" cy="93345"/>
            <a:chOff x="9842" y="3313"/>
            <a:chExt cx="4192" cy="147"/>
          </a:xfrm>
        </p:grpSpPr>
        <p:cxnSp>
          <p:nvCxnSpPr>
            <p:cNvPr id="29" name="直接连接符 28"/>
            <p:cNvCxnSpPr/>
            <p:nvPr>
              <p:custDataLst>
                <p:tags r:id="rId8"/>
              </p:custDataLst>
            </p:nvPr>
          </p:nvCxnSpPr>
          <p:spPr>
            <a:xfrm>
              <a:off x="9842" y="3313"/>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9"/>
              </p:custDataLst>
            </p:nvPr>
          </p:nvCxnSpPr>
          <p:spPr>
            <a:xfrm>
              <a:off x="11314" y="3460"/>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pic>
        <p:nvPicPr>
          <p:cNvPr id="2" name="图片 1"/>
          <p:cNvPicPr>
            <a:picLocks noChangeAspect="1"/>
          </p:cNvPicPr>
          <p:nvPr/>
        </p:nvPicPr>
        <p:blipFill>
          <a:blip r:embed="rId21"/>
          <a:stretch>
            <a:fillRect/>
          </a:stretch>
        </p:blipFill>
        <p:spPr>
          <a:xfrm>
            <a:off x="6383655" y="2792095"/>
            <a:ext cx="4617720" cy="2783840"/>
          </a:xfrm>
          <a:prstGeom prst="rect">
            <a:avLst/>
          </a:prstGeom>
        </p:spPr>
      </p:pic>
      <p:pic>
        <p:nvPicPr>
          <p:cNvPr id="3" name="图片 2"/>
          <p:cNvPicPr>
            <a:picLocks noChangeAspect="1"/>
          </p:cNvPicPr>
          <p:nvPr/>
        </p:nvPicPr>
        <p:blipFill>
          <a:blip r:embed="rId22"/>
          <a:stretch>
            <a:fillRect/>
          </a:stretch>
        </p:blipFill>
        <p:spPr>
          <a:xfrm>
            <a:off x="3116580" y="-89535"/>
            <a:ext cx="8582025" cy="1895475"/>
          </a:xfrm>
          <a:prstGeom prst="rect">
            <a:avLst/>
          </a:prstGeom>
        </p:spPr>
      </p:pic>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sp>
        <p:nvSpPr>
          <p:cNvPr id="2" name="矩形 1"/>
          <p:cNvSpPr/>
          <p:nvPr>
            <p:custDataLst>
              <p:tags r:id="rId2"/>
            </p:custDataLst>
          </p:nvPr>
        </p:nvSpPr>
        <p:spPr>
          <a:xfrm>
            <a:off x="304800" y="2529840"/>
            <a:ext cx="2935605" cy="2689860"/>
          </a:xfrm>
          <a:prstGeom prst="rect">
            <a:avLst/>
          </a:prstGeom>
          <a:noFill/>
          <a:ln>
            <a:solidFill>
              <a:srgbClr val="6498CE"/>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矩形 2"/>
          <p:cNvSpPr/>
          <p:nvPr>
            <p:custDataLst>
              <p:tags r:id="rId3"/>
            </p:custDataLst>
          </p:nvPr>
        </p:nvSpPr>
        <p:spPr>
          <a:xfrm>
            <a:off x="6198235" y="2964815"/>
            <a:ext cx="2935605" cy="3169285"/>
          </a:xfrm>
          <a:prstGeom prst="rect">
            <a:avLst/>
          </a:prstGeom>
          <a:noFill/>
          <a:ln>
            <a:solidFill>
              <a:srgbClr val="6498CE"/>
            </a:solidFill>
          </a:ln>
          <a:extLst>
            <a:ext uri="{909E8E84-426E-40DD-AFC4-6F175D3DCCD1}">
              <a14:hiddenFill xmlns:a14="http://schemas.microsoft.com/office/drawing/2010/main">
                <a:solidFill>
                  <a:schemeClr val="bg1"/>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矩形 3"/>
          <p:cNvSpPr/>
          <p:nvPr>
            <p:custDataLst>
              <p:tags r:id="rId4"/>
            </p:custDataLst>
          </p:nvPr>
        </p:nvSpPr>
        <p:spPr>
          <a:xfrm>
            <a:off x="3088005" y="1924050"/>
            <a:ext cx="2933700" cy="4934585"/>
          </a:xfrm>
          <a:prstGeom prst="rect">
            <a:avLst/>
          </a:prstGeom>
          <a:solidFill>
            <a:srgbClr val="6498CE"/>
          </a:solidFill>
          <a:ln>
            <a:solidFill>
              <a:srgbClr val="6498CE"/>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nvGrpSpPr>
          <p:cNvPr id="10262" name="组合 15"/>
          <p:cNvGrpSpPr/>
          <p:nvPr>
            <p:custDataLst>
              <p:tags r:id="rId5"/>
            </p:custDataLst>
          </p:nvPr>
        </p:nvGrpSpPr>
        <p:grpSpPr>
          <a:xfrm>
            <a:off x="388459" y="2702560"/>
            <a:ext cx="2628000" cy="1990743"/>
            <a:chOff x="-1328" y="2895"/>
            <a:chExt cx="4321" cy="3204"/>
          </a:xfrm>
        </p:grpSpPr>
        <p:sp>
          <p:nvSpPr>
            <p:cNvPr id="10263" name="333333"/>
            <p:cNvSpPr txBox="1"/>
            <p:nvPr>
              <p:custDataLst>
                <p:tags r:id="rId23"/>
              </p:custDataLst>
            </p:nvPr>
          </p:nvSpPr>
          <p:spPr>
            <a:xfrm>
              <a:off x="-1195" y="2895"/>
              <a:ext cx="4164" cy="593"/>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设置默认文字（上图）</a:t>
              </a:r>
            </a:p>
          </p:txBody>
        </p:sp>
        <p:sp>
          <p:nvSpPr>
            <p:cNvPr id="10264" name="1111"/>
            <p:cNvSpPr txBox="1"/>
            <p:nvPr>
              <p:custDataLst>
                <p:tags r:id="rId24"/>
              </p:custDataLst>
            </p:nvPr>
          </p:nvSpPr>
          <p:spPr>
            <a:xfrm>
              <a:off x="-1328" y="4152"/>
              <a:ext cx="4321" cy="1947"/>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sz="1400" dirty="0">
                  <a:solidFill>
                    <a:srgbClr val="262626"/>
                  </a:solidFill>
                  <a:latin typeface="微软雅黑 Light" panose="020B0502040204020203" charset="-122"/>
                  <a:ea typeface="微软雅黑 Light" panose="020B0502040204020203" charset="-122"/>
                </a:rPr>
                <a:t>&lt;input id="input-chat" placeholder="输入”/“唤起指令中心，Shift+Enter换行，支持拖拽或粘贴上传文件"&gt;</a:t>
              </a:r>
            </a:p>
          </p:txBody>
        </p:sp>
      </p:grpSp>
      <p:grpSp>
        <p:nvGrpSpPr>
          <p:cNvPr id="6" name="组合 15"/>
          <p:cNvGrpSpPr/>
          <p:nvPr>
            <p:custDataLst>
              <p:tags r:id="rId6"/>
            </p:custDataLst>
          </p:nvPr>
        </p:nvGrpSpPr>
        <p:grpSpPr>
          <a:xfrm>
            <a:off x="6341363" y="3483703"/>
            <a:ext cx="2781265" cy="2388394"/>
            <a:chOff x="-1225" y="5118"/>
            <a:chExt cx="4573" cy="3844"/>
          </a:xfrm>
        </p:grpSpPr>
        <p:sp>
          <p:nvSpPr>
            <p:cNvPr id="7" name="333333"/>
            <p:cNvSpPr txBox="1"/>
            <p:nvPr>
              <p:custDataLst>
                <p:tags r:id="rId21"/>
              </p:custDataLst>
            </p:nvPr>
          </p:nvSpPr>
          <p:spPr>
            <a:xfrm>
              <a:off x="-1225" y="5118"/>
              <a:ext cx="4573" cy="1038"/>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选用渐变色背景美化界面（右图）</a:t>
              </a:r>
            </a:p>
          </p:txBody>
        </p:sp>
        <p:sp>
          <p:nvSpPr>
            <p:cNvPr id="8" name="1111"/>
            <p:cNvSpPr txBox="1"/>
            <p:nvPr>
              <p:custDataLst>
                <p:tags r:id="rId22"/>
              </p:custDataLst>
            </p:nvPr>
          </p:nvSpPr>
          <p:spPr>
            <a:xfrm>
              <a:off x="-1208" y="6565"/>
              <a:ext cx="4321" cy="2397"/>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sz="1400" dirty="0">
                  <a:solidFill>
                    <a:srgbClr val="262626"/>
                  </a:solidFill>
                  <a:latin typeface="微软雅黑 Light" panose="020B0502040204020203" charset="-122"/>
                  <a:ea typeface="微软雅黑 Light" panose="020B0502040204020203" charset="-122"/>
                </a:rPr>
                <a:t>在</a:t>
              </a:r>
              <a:r>
                <a:rPr lang="en-US" altLang="zh-CN" sz="1400" dirty="0">
                  <a:solidFill>
                    <a:srgbClr val="262626"/>
                  </a:solidFill>
                  <a:latin typeface="微软雅黑 Light" panose="020B0502040204020203" charset="-122"/>
                  <a:ea typeface="微软雅黑 Light" panose="020B0502040204020203" charset="-122"/>
                </a:rPr>
                <a:t>css</a:t>
              </a:r>
              <a:r>
                <a:rPr lang="zh-CN" altLang="en-US" sz="1400" dirty="0">
                  <a:solidFill>
                    <a:srgbClr val="262626"/>
                  </a:solidFill>
                  <a:latin typeface="微软雅黑 Light" panose="020B0502040204020203" charset="-122"/>
                  <a:ea typeface="微软雅黑 Light" panose="020B0502040204020203" charset="-122"/>
                </a:rPr>
                <a:t>中添加代码：background-image: radial-gradient(circle at center, rgb(16, 155, 224), rgba(108, 14, 159, 0.263));</a:t>
              </a:r>
            </a:p>
          </p:txBody>
        </p:sp>
      </p:grpSp>
      <p:grpSp>
        <p:nvGrpSpPr>
          <p:cNvPr id="9" name="组合 15"/>
          <p:cNvGrpSpPr/>
          <p:nvPr>
            <p:custDataLst>
              <p:tags r:id="rId7"/>
            </p:custDataLst>
          </p:nvPr>
        </p:nvGrpSpPr>
        <p:grpSpPr>
          <a:xfrm>
            <a:off x="3219726" y="2724528"/>
            <a:ext cx="2673614" cy="3816833"/>
            <a:chOff x="-1368" y="2728"/>
            <a:chExt cx="4396" cy="6143"/>
          </a:xfrm>
        </p:grpSpPr>
        <p:sp>
          <p:nvSpPr>
            <p:cNvPr id="10" name="333333"/>
            <p:cNvSpPr txBox="1"/>
            <p:nvPr>
              <p:custDataLst>
                <p:tags r:id="rId19"/>
              </p:custDataLst>
            </p:nvPr>
          </p:nvSpPr>
          <p:spPr>
            <a:xfrm>
              <a:off x="-1368" y="2728"/>
              <a:ext cx="4300" cy="593"/>
            </a:xfrm>
            <a:prstGeom prst="rect">
              <a:avLst/>
            </a:prstGeom>
            <a:noFill/>
            <a:ln w="9525">
              <a:noFill/>
            </a:ln>
          </p:spPr>
          <p:txBody>
            <a:bodyPr wrap="square" anchor="t">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编写网页名称</a:t>
              </a:r>
            </a:p>
          </p:txBody>
        </p:sp>
        <p:sp>
          <p:nvSpPr>
            <p:cNvPr id="11" name="1111"/>
            <p:cNvSpPr txBox="1"/>
            <p:nvPr>
              <p:custDataLst>
                <p:tags r:id="rId20"/>
              </p:custDataLst>
            </p:nvPr>
          </p:nvSpPr>
          <p:spPr>
            <a:xfrm>
              <a:off x="-1293" y="3321"/>
              <a:ext cx="4321" cy="5550"/>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&lt;span class="font1"&gt;天津旅行助手&lt;/span&gt;</a:t>
              </a:r>
            </a:p>
            <a:p>
              <a:pPr algn="just">
                <a:lnSpc>
                  <a:spcPct val="130000"/>
                </a:lnSpc>
                <a:spcBef>
                  <a:spcPts val="0"/>
                </a:spcBef>
                <a:spcAft>
                  <a:spcPts val="0"/>
                </a:spcAft>
              </a:pPr>
              <a:endPar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&lt;span class = "font2"&gt;2.5&lt;/span&gt;</a:t>
              </a:r>
            </a:p>
            <a:p>
              <a:pPr algn="just">
                <a:lnSpc>
                  <a:spcPct val="130000"/>
                </a:lnSpc>
                <a:spcBef>
                  <a:spcPts val="0"/>
                </a:spcBef>
                <a:spcAft>
                  <a:spcPts val="0"/>
                </a:spcAft>
              </a:pPr>
              <a:endPar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.font1 {</a:t>
              </a: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    font-family: 'Garamond', sans-serif;</a:t>
              </a: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    font-weight: bold;</a:t>
              </a: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a:t>
              </a:r>
            </a:p>
            <a:p>
              <a:pPr algn="just">
                <a:lnSpc>
                  <a:spcPct val="130000"/>
                </a:lnSpc>
                <a:spcBef>
                  <a:spcPts val="0"/>
                </a:spcBef>
                <a:spcAft>
                  <a:spcPts val="0"/>
                </a:spcAft>
              </a:pPr>
              <a:endPar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.font2 {</a:t>
              </a: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    font-family: 'Garamond', serif;</a:t>
              </a:r>
            </a:p>
            <a:p>
              <a:pPr algn="just">
                <a:lnSpc>
                  <a:spcPct val="130000"/>
                </a:lnSpc>
                <a:spcBef>
                  <a:spcPts val="0"/>
                </a:spcBef>
                <a:spcAft>
                  <a:spcPts val="0"/>
                </a:spcAft>
              </a:pPr>
              <a:r>
                <a:rPr lang="zh-CN" altLang="en-US" sz="1200" dirty="0">
                  <a:solidFill>
                    <a:schemeClr val="bg1"/>
                  </a:solidFill>
                  <a:latin typeface="微软雅黑 Light" panose="020B0502040204020203" charset="-122"/>
                  <a:ea typeface="微软雅黑 Light" panose="020B0502040204020203" charset="-122"/>
                  <a:sym typeface="微软雅黑" panose="020B0503020204020204" pitchFamily="34" charset="-122"/>
                </a:rPr>
                <a:t>}</a:t>
              </a:r>
            </a:p>
          </p:txBody>
        </p:sp>
      </p:grpSp>
      <p:grpSp>
        <p:nvGrpSpPr>
          <p:cNvPr id="12" name="组合 15"/>
          <p:cNvGrpSpPr/>
          <p:nvPr>
            <p:custDataLst>
              <p:tags r:id="rId8"/>
            </p:custDataLst>
          </p:nvPr>
        </p:nvGrpSpPr>
        <p:grpSpPr>
          <a:xfrm>
            <a:off x="9056370" y="3354070"/>
            <a:ext cx="2628000" cy="2439964"/>
            <a:chOff x="-1334" y="2895"/>
            <a:chExt cx="4321" cy="3927"/>
          </a:xfrm>
        </p:grpSpPr>
        <p:sp>
          <p:nvSpPr>
            <p:cNvPr id="13" name="333333"/>
            <p:cNvSpPr txBox="1"/>
            <p:nvPr>
              <p:custDataLst>
                <p:tags r:id="rId17"/>
              </p:custDataLst>
            </p:nvPr>
          </p:nvSpPr>
          <p:spPr>
            <a:xfrm>
              <a:off x="-582" y="2895"/>
              <a:ext cx="2819" cy="593"/>
            </a:xfrm>
            <a:prstGeom prst="rect">
              <a:avLst/>
            </a:prstGeom>
            <a:noFill/>
            <a:ln w="9525">
              <a:noFill/>
            </a:ln>
          </p:spPr>
          <p:txBody>
            <a:bodyPr wrap="square" anchor="t">
              <a:spAutoFit/>
            </a:bodyPr>
            <a:lstStyle/>
            <a:p>
              <a:pPr algn="ctr"/>
              <a:r>
                <a:rPr lang="zh-CN" altLang="en-US"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添加标题</a:t>
              </a:r>
            </a:p>
          </p:txBody>
        </p:sp>
        <p:sp>
          <p:nvSpPr>
            <p:cNvPr id="14" name="1111"/>
            <p:cNvSpPr txBox="1"/>
            <p:nvPr>
              <p:custDataLst>
                <p:tags r:id="rId18"/>
              </p:custDataLst>
            </p:nvPr>
          </p:nvSpPr>
          <p:spPr>
            <a:xfrm>
              <a:off x="-1334" y="3585"/>
              <a:ext cx="4321" cy="3237"/>
            </a:xfrm>
            <a:prstGeom prst="rect">
              <a:avLst/>
            </a:prstGeom>
            <a:noFill/>
            <a:ln w="9525">
              <a:noFill/>
            </a:ln>
          </p:spPr>
          <p:txBody>
            <a:bodyPr wrap="square" anchor="t">
              <a:spAutoFit/>
            </a:bodyPr>
            <a:lstStyle/>
            <a:p>
              <a:pPr algn="just">
                <a:lnSpc>
                  <a:spcPct val="130000"/>
                </a:lnSpc>
                <a:spcBef>
                  <a:spcPts val="0"/>
                </a:spcBef>
                <a:spcAft>
                  <a:spcPts val="0"/>
                </a:spcAft>
              </a:pPr>
              <a:r>
                <a:rPr lang="zh-CN" altLang="en-US" sz="1600" dirty="0">
                  <a:solidFill>
                    <a:schemeClr val="bg1"/>
                  </a:solidFill>
                  <a:latin typeface="微软雅黑 Light" panose="020B0502040204020203" charset="-122"/>
                  <a:ea typeface="微软雅黑 Light" panose="020B0502040204020203" charset="-122"/>
                </a:rPr>
                <a:t>输入您的内容</a:t>
              </a:r>
              <a:r>
                <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rPr>
                <a:t>输入您的内容输入您的内容输入您的内容输入您的内容输入您的内容输入您的内容输入您的内容输入您的内容输入您的内容输入您的内容输入您的内容</a:t>
              </a:r>
            </a:p>
          </p:txBody>
        </p:sp>
      </p:grpSp>
      <p:grpSp>
        <p:nvGrpSpPr>
          <p:cNvPr id="37" name="组合 36"/>
          <p:cNvGrpSpPr/>
          <p:nvPr>
            <p:custDataLst>
              <p:tags r:id="rId9"/>
            </p:custDataLst>
          </p:nvPr>
        </p:nvGrpSpPr>
        <p:grpSpPr>
          <a:xfrm>
            <a:off x="3771900" y="2407285"/>
            <a:ext cx="1566545" cy="231775"/>
            <a:chOff x="5384" y="8296"/>
            <a:chExt cx="2467" cy="365"/>
          </a:xfrm>
          <a:solidFill>
            <a:srgbClr val="6498CE"/>
          </a:solidFill>
        </p:grpSpPr>
        <p:sp>
          <p:nvSpPr>
            <p:cNvPr id="38" name="八角星 37"/>
            <p:cNvSpPr/>
            <p:nvPr>
              <p:custDataLst>
                <p:tags r:id="rId14"/>
              </p:custDataLst>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9" name="八角星 38"/>
            <p:cNvSpPr/>
            <p:nvPr>
              <p:custDataLst>
                <p:tags r:id="rId15"/>
              </p:custDataLst>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0" name="八角星 39"/>
            <p:cNvSpPr/>
            <p:nvPr>
              <p:custDataLst>
                <p:tags r:id="rId16"/>
              </p:custDataLst>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5" name="组合 14"/>
          <p:cNvGrpSpPr/>
          <p:nvPr>
            <p:custDataLst>
              <p:tags r:id="rId10"/>
            </p:custDataLst>
          </p:nvPr>
        </p:nvGrpSpPr>
        <p:grpSpPr>
          <a:xfrm>
            <a:off x="9587865" y="2470785"/>
            <a:ext cx="1566545" cy="231775"/>
            <a:chOff x="5384" y="8296"/>
            <a:chExt cx="2467" cy="365"/>
          </a:xfrm>
          <a:solidFill>
            <a:srgbClr val="6498CE"/>
          </a:solidFill>
        </p:grpSpPr>
        <p:sp>
          <p:nvSpPr>
            <p:cNvPr id="16" name="八角星 15"/>
            <p:cNvSpPr/>
            <p:nvPr>
              <p:custDataLst>
                <p:tags r:id="rId11"/>
              </p:custDataLst>
            </p:nvPr>
          </p:nvSpPr>
          <p:spPr>
            <a:xfrm>
              <a:off x="5384"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八角星 16"/>
            <p:cNvSpPr/>
            <p:nvPr>
              <p:custDataLst>
                <p:tags r:id="rId12"/>
              </p:custDataLst>
            </p:nvPr>
          </p:nvSpPr>
          <p:spPr>
            <a:xfrm>
              <a:off x="6435"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八角星 17"/>
            <p:cNvSpPr/>
            <p:nvPr>
              <p:custDataLst>
                <p:tags r:id="rId13"/>
              </p:custDataLst>
            </p:nvPr>
          </p:nvSpPr>
          <p:spPr>
            <a:xfrm>
              <a:off x="7486" y="8296"/>
              <a:ext cx="365" cy="365"/>
            </a:xfrm>
            <a:prstGeom prst="star8">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2" name="图片 21"/>
          <p:cNvPicPr>
            <a:picLocks noChangeAspect="1"/>
          </p:cNvPicPr>
          <p:nvPr/>
        </p:nvPicPr>
        <p:blipFill>
          <a:blip r:embed="rId26"/>
          <a:stretch>
            <a:fillRect/>
          </a:stretch>
        </p:blipFill>
        <p:spPr>
          <a:xfrm>
            <a:off x="9309735" y="115570"/>
            <a:ext cx="2393950" cy="6626860"/>
          </a:xfrm>
          <a:prstGeom prst="rect">
            <a:avLst/>
          </a:prstGeom>
        </p:spPr>
      </p:pic>
      <p:pic>
        <p:nvPicPr>
          <p:cNvPr id="23" name="图片 22"/>
          <p:cNvPicPr>
            <a:picLocks noChangeAspect="1"/>
          </p:cNvPicPr>
          <p:nvPr/>
        </p:nvPicPr>
        <p:blipFill>
          <a:blip r:embed="rId27"/>
          <a:stretch>
            <a:fillRect/>
          </a:stretch>
        </p:blipFill>
        <p:spPr>
          <a:xfrm>
            <a:off x="3709670" y="2133600"/>
            <a:ext cx="1628775" cy="466725"/>
          </a:xfrm>
          <a:prstGeom prst="rect">
            <a:avLst/>
          </a:prstGeom>
        </p:spPr>
      </p:pic>
      <p:pic>
        <p:nvPicPr>
          <p:cNvPr id="21" name="图片 20"/>
          <p:cNvPicPr>
            <a:picLocks noChangeAspect="1"/>
          </p:cNvPicPr>
          <p:nvPr/>
        </p:nvPicPr>
        <p:blipFill>
          <a:blip r:embed="rId28"/>
          <a:stretch>
            <a:fillRect/>
          </a:stretch>
        </p:blipFill>
        <p:spPr>
          <a:xfrm>
            <a:off x="95885" y="1000760"/>
            <a:ext cx="8239125" cy="923925"/>
          </a:xfrm>
          <a:prstGeom prst="rect">
            <a:avLst/>
          </a:prstGeom>
        </p:spPr>
      </p:pic>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26258"/>
            <a:ext cx="2921635" cy="479106"/>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12" name="组合 11"/>
          <p:cNvGrpSpPr/>
          <p:nvPr/>
        </p:nvGrpSpPr>
        <p:grpSpPr>
          <a:xfrm>
            <a:off x="916305" y="1688465"/>
            <a:ext cx="10356215" cy="4031615"/>
            <a:chOff x="1442" y="2896"/>
            <a:chExt cx="16309" cy="5704"/>
          </a:xfrm>
        </p:grpSpPr>
        <p:sp>
          <p:nvSpPr>
            <p:cNvPr id="9" name="矩形 8"/>
            <p:cNvSpPr/>
            <p:nvPr/>
          </p:nvSpPr>
          <p:spPr>
            <a:xfrm>
              <a:off x="1442" y="2896"/>
              <a:ext cx="16309" cy="5704"/>
            </a:xfrm>
            <a:prstGeom prst="rect">
              <a:avLst/>
            </a:prstGeom>
            <a:solidFill>
              <a:srgbClr val="EEF4F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1476" y="2896"/>
              <a:ext cx="8754" cy="5704"/>
            </a:xfrm>
            <a:custGeom>
              <a:avLst/>
              <a:gdLst>
                <a:gd name="connsiteX0" fmla="*/ 0 w 8142"/>
                <a:gd name="connsiteY0" fmla="*/ 0 h 5704"/>
                <a:gd name="connsiteX1" fmla="*/ 5884 w 8142"/>
                <a:gd name="connsiteY1" fmla="*/ 1 h 5704"/>
                <a:gd name="connsiteX2" fmla="*/ 8142 w 8142"/>
                <a:gd name="connsiteY2" fmla="*/ 2853 h 5704"/>
                <a:gd name="connsiteX3" fmla="*/ 5884 w 8142"/>
                <a:gd name="connsiteY3" fmla="*/ 5704 h 5704"/>
                <a:gd name="connsiteX4" fmla="*/ 17 w 8142"/>
                <a:gd name="connsiteY4" fmla="*/ 5704 h 5704"/>
                <a:gd name="connsiteX5" fmla="*/ 0 w 8142"/>
                <a:gd name="connsiteY5" fmla="*/ 0 h 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2" h="5704">
                  <a:moveTo>
                    <a:pt x="0" y="0"/>
                  </a:moveTo>
                  <a:lnTo>
                    <a:pt x="5884" y="1"/>
                  </a:lnTo>
                  <a:cubicBezTo>
                    <a:pt x="7131" y="1"/>
                    <a:pt x="8142" y="1278"/>
                    <a:pt x="8142" y="2853"/>
                  </a:cubicBezTo>
                  <a:cubicBezTo>
                    <a:pt x="8142" y="4427"/>
                    <a:pt x="7131" y="5704"/>
                    <a:pt x="5884" y="5704"/>
                  </a:cubicBezTo>
                  <a:lnTo>
                    <a:pt x="17" y="5704"/>
                  </a:lnTo>
                  <a:lnTo>
                    <a:pt x="0" y="0"/>
                  </a:lnTo>
                  <a:close/>
                </a:path>
              </a:pathLst>
            </a:cu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15"/>
          <p:cNvGrpSpPr/>
          <p:nvPr/>
        </p:nvGrpSpPr>
        <p:grpSpPr>
          <a:xfrm>
            <a:off x="1347996" y="2608315"/>
            <a:ext cx="4445887" cy="2321915"/>
            <a:chOff x="-1401" y="2961"/>
            <a:chExt cx="7310" cy="3737"/>
          </a:xfrm>
        </p:grpSpPr>
        <p:sp>
          <p:nvSpPr>
            <p:cNvPr id="23" name="333333"/>
            <p:cNvSpPr txBox="1"/>
            <p:nvPr/>
          </p:nvSpPr>
          <p:spPr>
            <a:xfrm>
              <a:off x="213" y="2961"/>
              <a:ext cx="4082" cy="594"/>
            </a:xfrm>
            <a:prstGeom prst="rect">
              <a:avLst/>
            </a:prstGeom>
            <a:noFill/>
            <a:ln w="9525">
              <a:noFill/>
            </a:ln>
          </p:spPr>
          <p:txBody>
            <a:bodyPr wrap="square" anchor="t">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旅行助手的简介显示</a:t>
              </a:r>
            </a:p>
          </p:txBody>
        </p:sp>
        <p:sp>
          <p:nvSpPr>
            <p:cNvPr id="24" name="1111"/>
            <p:cNvSpPr txBox="1"/>
            <p:nvPr/>
          </p:nvSpPr>
          <p:spPr>
            <a:xfrm>
              <a:off x="-1401" y="3645"/>
              <a:ext cx="7310" cy="3053"/>
            </a:xfrm>
            <a:prstGeom prst="rect">
              <a:avLst/>
            </a:prstGeom>
            <a:noFill/>
            <a:ln w="9525">
              <a:noFill/>
            </a:ln>
          </p:spPr>
          <p:txBody>
            <a:bodyPr wrap="square" lIns="71755" rIns="71755" anchor="t">
              <a:spAutoFit/>
            </a:bodyPr>
            <a:lstStyle/>
            <a:p>
              <a:pPr algn="just">
                <a:lnSpc>
                  <a:spcPct val="150000"/>
                </a:lnSpc>
                <a:spcBef>
                  <a:spcPts val="0"/>
                </a:spcBef>
                <a:spcAft>
                  <a:spcPts val="0"/>
                </a:spcAft>
              </a:pPr>
              <a:r>
                <a:rPr lang="zh-CN" altLang="en-US" sz="1600" dirty="0">
                  <a:solidFill>
                    <a:schemeClr val="bg1"/>
                  </a:solidFill>
                  <a:latin typeface="微软雅黑 Light" panose="020B0502040204020203" charset="-122"/>
                  <a:ea typeface="微软雅黑 Light" panose="020B0502040204020203" charset="-122"/>
                </a:rPr>
                <a:t>刚进入网页时，显示旅行助手的简介，使用一个容器来显示，当用户发送信息时，简介消失。使用事件监听器实现，当用户执行发送操作时，既触发给模型发送信息的函数，也触发删除简介的函数。</a:t>
              </a:r>
              <a:endPar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14" name="333333"/>
          <p:cNvSpPr txBox="1"/>
          <p:nvPr/>
        </p:nvSpPr>
        <p:spPr>
          <a:xfrm>
            <a:off x="8015687" y="2664854"/>
            <a:ext cx="1714495" cy="368449"/>
          </a:xfrm>
          <a:prstGeom prst="rect">
            <a:avLst/>
          </a:prstGeom>
          <a:noFill/>
          <a:ln w="9525">
            <a:noFill/>
          </a:ln>
        </p:spPr>
        <p:txBody>
          <a:bodyPr wrap="square" anchor="t">
            <a:spAutoFit/>
          </a:bodyPr>
          <a:lstStyle/>
          <a:p>
            <a:pPr algn="ct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删除函数</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 name="图片 15" descr="31393935333939383b31373432363535393bd6bdb7c9bbf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9325" y="2050415"/>
            <a:ext cx="476885" cy="476885"/>
          </a:xfrm>
          <a:prstGeom prst="rect">
            <a:avLst/>
          </a:prstGeom>
        </p:spPr>
      </p:pic>
      <p:pic>
        <p:nvPicPr>
          <p:cNvPr id="17" name="图片 16" descr="31393935333939383b31373432363535313bd1a7cebbc3b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8350" y="2026285"/>
            <a:ext cx="525780" cy="525780"/>
          </a:xfrm>
          <a:prstGeom prst="rect">
            <a:avLst/>
          </a:prstGeom>
        </p:spPr>
      </p:pic>
      <p:pic>
        <p:nvPicPr>
          <p:cNvPr id="3" name="图片 2">
            <a:extLst>
              <a:ext uri="{FF2B5EF4-FFF2-40B4-BE49-F238E27FC236}">
                <a16:creationId xmlns:a16="http://schemas.microsoft.com/office/drawing/2014/main" id="{BBF96133-CEB7-4138-BE03-FB2F71F85137}"/>
              </a:ext>
            </a:extLst>
          </p:cNvPr>
          <p:cNvPicPr>
            <a:picLocks noChangeAspect="1"/>
          </p:cNvPicPr>
          <p:nvPr/>
        </p:nvPicPr>
        <p:blipFill>
          <a:blip r:embed="rId7"/>
          <a:stretch>
            <a:fillRect/>
          </a:stretch>
        </p:blipFill>
        <p:spPr>
          <a:xfrm>
            <a:off x="6012129" y="3125326"/>
            <a:ext cx="5494582" cy="1398744"/>
          </a:xfrm>
          <a:prstGeom prst="rect">
            <a:avLst/>
          </a:prstGeom>
        </p:spPr>
      </p:pic>
    </p:spTree>
    <p:custDataLst>
      <p:tags r:id="rId1"/>
    </p:custDataLst>
    <p:extLst>
      <p:ext uri="{BB962C8B-B14F-4D97-AF65-F5344CB8AC3E}">
        <p14:creationId xmlns:p14="http://schemas.microsoft.com/office/powerpoint/2010/main" val="6731250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26258"/>
            <a:ext cx="2921635" cy="479106"/>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12" name="组合 11"/>
          <p:cNvGrpSpPr/>
          <p:nvPr/>
        </p:nvGrpSpPr>
        <p:grpSpPr>
          <a:xfrm>
            <a:off x="916305" y="1688465"/>
            <a:ext cx="10356215" cy="4031615"/>
            <a:chOff x="1442" y="2896"/>
            <a:chExt cx="16309" cy="5704"/>
          </a:xfrm>
        </p:grpSpPr>
        <p:sp>
          <p:nvSpPr>
            <p:cNvPr id="9" name="矩形 8"/>
            <p:cNvSpPr/>
            <p:nvPr/>
          </p:nvSpPr>
          <p:spPr>
            <a:xfrm>
              <a:off x="1442" y="2896"/>
              <a:ext cx="16309" cy="5704"/>
            </a:xfrm>
            <a:prstGeom prst="rect">
              <a:avLst/>
            </a:prstGeom>
            <a:solidFill>
              <a:srgbClr val="EEF4F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1476" y="2896"/>
              <a:ext cx="8754" cy="5704"/>
            </a:xfrm>
            <a:custGeom>
              <a:avLst/>
              <a:gdLst>
                <a:gd name="connsiteX0" fmla="*/ 0 w 8142"/>
                <a:gd name="connsiteY0" fmla="*/ 0 h 5704"/>
                <a:gd name="connsiteX1" fmla="*/ 5884 w 8142"/>
                <a:gd name="connsiteY1" fmla="*/ 1 h 5704"/>
                <a:gd name="connsiteX2" fmla="*/ 8142 w 8142"/>
                <a:gd name="connsiteY2" fmla="*/ 2853 h 5704"/>
                <a:gd name="connsiteX3" fmla="*/ 5884 w 8142"/>
                <a:gd name="connsiteY3" fmla="*/ 5704 h 5704"/>
                <a:gd name="connsiteX4" fmla="*/ 17 w 8142"/>
                <a:gd name="connsiteY4" fmla="*/ 5704 h 5704"/>
                <a:gd name="connsiteX5" fmla="*/ 0 w 8142"/>
                <a:gd name="connsiteY5" fmla="*/ 0 h 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2" h="5704">
                  <a:moveTo>
                    <a:pt x="0" y="0"/>
                  </a:moveTo>
                  <a:lnTo>
                    <a:pt x="5884" y="1"/>
                  </a:lnTo>
                  <a:cubicBezTo>
                    <a:pt x="7131" y="1"/>
                    <a:pt x="8142" y="1278"/>
                    <a:pt x="8142" y="2853"/>
                  </a:cubicBezTo>
                  <a:cubicBezTo>
                    <a:pt x="8142" y="4427"/>
                    <a:pt x="7131" y="5704"/>
                    <a:pt x="5884" y="5704"/>
                  </a:cubicBezTo>
                  <a:lnTo>
                    <a:pt x="17" y="5704"/>
                  </a:lnTo>
                  <a:lnTo>
                    <a:pt x="0" y="0"/>
                  </a:lnTo>
                  <a:close/>
                </a:path>
              </a:pathLst>
            </a:cu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15"/>
          <p:cNvGrpSpPr/>
          <p:nvPr/>
        </p:nvGrpSpPr>
        <p:grpSpPr>
          <a:xfrm>
            <a:off x="1347996" y="2608315"/>
            <a:ext cx="4445887" cy="1214081"/>
            <a:chOff x="-1401" y="2961"/>
            <a:chExt cx="7310" cy="1954"/>
          </a:xfrm>
        </p:grpSpPr>
        <p:sp>
          <p:nvSpPr>
            <p:cNvPr id="23" name="333333"/>
            <p:cNvSpPr txBox="1"/>
            <p:nvPr/>
          </p:nvSpPr>
          <p:spPr>
            <a:xfrm>
              <a:off x="213" y="2961"/>
              <a:ext cx="4082" cy="594"/>
            </a:xfrm>
            <a:prstGeom prst="rect">
              <a:avLst/>
            </a:prstGeom>
            <a:noFill/>
            <a:ln w="9525">
              <a:noFill/>
            </a:ln>
          </p:spPr>
          <p:txBody>
            <a:bodyPr wrap="square" anchor="t">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发送信息后清空输入框</a:t>
              </a:r>
            </a:p>
          </p:txBody>
        </p:sp>
        <p:sp>
          <p:nvSpPr>
            <p:cNvPr id="24" name="1111"/>
            <p:cNvSpPr txBox="1"/>
            <p:nvPr/>
          </p:nvSpPr>
          <p:spPr>
            <a:xfrm>
              <a:off x="-1401" y="3645"/>
              <a:ext cx="7310" cy="1270"/>
            </a:xfrm>
            <a:prstGeom prst="rect">
              <a:avLst/>
            </a:prstGeom>
            <a:noFill/>
            <a:ln w="9525">
              <a:noFill/>
            </a:ln>
          </p:spPr>
          <p:txBody>
            <a:bodyPr wrap="square" lIns="71755" rIns="71755" anchor="t">
              <a:spAutoFit/>
            </a:bodyPr>
            <a:lstStyle/>
            <a:p>
              <a:pPr algn="just">
                <a:lnSpc>
                  <a:spcPct val="150000"/>
                </a:lnSpc>
                <a:spcBef>
                  <a:spcPts val="0"/>
                </a:spcBef>
                <a:spcAft>
                  <a:spcPts val="0"/>
                </a:spcAft>
              </a:pPr>
              <a:r>
                <a:rPr lang="zh-CN" altLang="en-US" sz="1600" dirty="0">
                  <a:solidFill>
                    <a:schemeClr val="bg1"/>
                  </a:solidFill>
                  <a:latin typeface="微软雅黑 Light" panose="020B0502040204020203" charset="-122"/>
                  <a:ea typeface="微软雅黑 Light" panose="020B0502040204020203" charset="-122"/>
                </a:rPr>
                <a:t>同样使用事件监听器实现，当用户执行发送操作时，触发清空输入框的函数。</a:t>
              </a:r>
              <a:endPar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p:txBody>
        </p:sp>
      </p:grpSp>
      <p:sp>
        <p:nvSpPr>
          <p:cNvPr id="14" name="333333"/>
          <p:cNvSpPr txBox="1"/>
          <p:nvPr/>
        </p:nvSpPr>
        <p:spPr>
          <a:xfrm>
            <a:off x="8015687" y="2664854"/>
            <a:ext cx="1714495" cy="368449"/>
          </a:xfrm>
          <a:prstGeom prst="rect">
            <a:avLst/>
          </a:prstGeom>
          <a:noFill/>
          <a:ln w="9525">
            <a:noFill/>
          </a:ln>
        </p:spPr>
        <p:txBody>
          <a:bodyPr wrap="square" anchor="t">
            <a:spAutoFit/>
          </a:bodyPr>
          <a:lstStyle/>
          <a:p>
            <a:pPr algn="ctr"/>
            <a:r>
              <a:rPr lang="zh-CN" altLang="en-US" b="1" dirty="0">
                <a:latin typeface="微软雅黑" panose="020B0503020204020204" pitchFamily="34" charset="-122"/>
                <a:ea typeface="微软雅黑" panose="020B0503020204020204" pitchFamily="34" charset="-122"/>
                <a:cs typeface="微软雅黑" panose="020B0503020204020204" pitchFamily="34" charset="-122"/>
              </a:rPr>
              <a:t>清空函数</a:t>
            </a:r>
            <a:endParaRPr lang="zh-CN" altLang="en-US" b="1" dirty="0">
              <a:solidFill>
                <a:schemeClr val="tx1"/>
              </a:solidFill>
              <a:latin typeface="微软雅黑" panose="020B0503020204020204" pitchFamily="34" charset="-122"/>
              <a:ea typeface="微软雅黑" panose="020B0503020204020204" pitchFamily="34" charset="-122"/>
              <a:cs typeface="微软雅黑" panose="020B0503020204020204" pitchFamily="34" charset="-122"/>
            </a:endParaRPr>
          </a:p>
        </p:txBody>
      </p:sp>
      <p:pic>
        <p:nvPicPr>
          <p:cNvPr id="16" name="图片 15" descr="31393935333939383b31373432363535393bd6bdb7c9bbf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9325" y="2050415"/>
            <a:ext cx="476885" cy="476885"/>
          </a:xfrm>
          <a:prstGeom prst="rect">
            <a:avLst/>
          </a:prstGeom>
        </p:spPr>
      </p:pic>
      <p:pic>
        <p:nvPicPr>
          <p:cNvPr id="17" name="图片 16" descr="31393935333939383b31373432363535313bd1a7cebbc3b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8350" y="2026285"/>
            <a:ext cx="525780" cy="525780"/>
          </a:xfrm>
          <a:prstGeom prst="rect">
            <a:avLst/>
          </a:prstGeom>
        </p:spPr>
      </p:pic>
      <p:pic>
        <p:nvPicPr>
          <p:cNvPr id="4" name="图片 3">
            <a:extLst>
              <a:ext uri="{FF2B5EF4-FFF2-40B4-BE49-F238E27FC236}">
                <a16:creationId xmlns:a16="http://schemas.microsoft.com/office/drawing/2014/main" id="{B0677EE5-1EC3-4F6E-8834-80944D0B5FF0}"/>
              </a:ext>
            </a:extLst>
          </p:cNvPr>
          <p:cNvPicPr>
            <a:picLocks noChangeAspect="1"/>
          </p:cNvPicPr>
          <p:nvPr/>
        </p:nvPicPr>
        <p:blipFill>
          <a:blip r:embed="rId7"/>
          <a:stretch>
            <a:fillRect/>
          </a:stretch>
        </p:blipFill>
        <p:spPr>
          <a:xfrm>
            <a:off x="5185692" y="3503689"/>
            <a:ext cx="6558312" cy="2070658"/>
          </a:xfrm>
          <a:prstGeom prst="rect">
            <a:avLst/>
          </a:prstGeom>
        </p:spPr>
      </p:pic>
    </p:spTree>
    <p:custDataLst>
      <p:tags r:id="rId1"/>
    </p:custDataLst>
    <p:extLst>
      <p:ext uri="{BB962C8B-B14F-4D97-AF65-F5344CB8AC3E}">
        <p14:creationId xmlns:p14="http://schemas.microsoft.com/office/powerpoint/2010/main" val="106926995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26258"/>
            <a:ext cx="2921635" cy="479106"/>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12" name="组合 11"/>
          <p:cNvGrpSpPr/>
          <p:nvPr/>
        </p:nvGrpSpPr>
        <p:grpSpPr>
          <a:xfrm>
            <a:off x="916305" y="1688465"/>
            <a:ext cx="10356215" cy="4031615"/>
            <a:chOff x="1442" y="2896"/>
            <a:chExt cx="16309" cy="5704"/>
          </a:xfrm>
        </p:grpSpPr>
        <p:sp>
          <p:nvSpPr>
            <p:cNvPr id="9" name="矩形 8"/>
            <p:cNvSpPr/>
            <p:nvPr/>
          </p:nvSpPr>
          <p:spPr>
            <a:xfrm>
              <a:off x="1442" y="2896"/>
              <a:ext cx="16309" cy="5704"/>
            </a:xfrm>
            <a:prstGeom prst="rect">
              <a:avLst/>
            </a:prstGeom>
            <a:solidFill>
              <a:srgbClr val="EEF4FD"/>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任意多边形 10"/>
            <p:cNvSpPr/>
            <p:nvPr/>
          </p:nvSpPr>
          <p:spPr>
            <a:xfrm>
              <a:off x="1476" y="2896"/>
              <a:ext cx="8754" cy="5704"/>
            </a:xfrm>
            <a:custGeom>
              <a:avLst/>
              <a:gdLst>
                <a:gd name="connsiteX0" fmla="*/ 0 w 8142"/>
                <a:gd name="connsiteY0" fmla="*/ 0 h 5704"/>
                <a:gd name="connsiteX1" fmla="*/ 5884 w 8142"/>
                <a:gd name="connsiteY1" fmla="*/ 1 h 5704"/>
                <a:gd name="connsiteX2" fmla="*/ 8142 w 8142"/>
                <a:gd name="connsiteY2" fmla="*/ 2853 h 5704"/>
                <a:gd name="connsiteX3" fmla="*/ 5884 w 8142"/>
                <a:gd name="connsiteY3" fmla="*/ 5704 h 5704"/>
                <a:gd name="connsiteX4" fmla="*/ 17 w 8142"/>
                <a:gd name="connsiteY4" fmla="*/ 5704 h 5704"/>
                <a:gd name="connsiteX5" fmla="*/ 0 w 8142"/>
                <a:gd name="connsiteY5" fmla="*/ 0 h 57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142" h="5704">
                  <a:moveTo>
                    <a:pt x="0" y="0"/>
                  </a:moveTo>
                  <a:lnTo>
                    <a:pt x="5884" y="1"/>
                  </a:lnTo>
                  <a:cubicBezTo>
                    <a:pt x="7131" y="1"/>
                    <a:pt x="8142" y="1278"/>
                    <a:pt x="8142" y="2853"/>
                  </a:cubicBezTo>
                  <a:cubicBezTo>
                    <a:pt x="8142" y="4427"/>
                    <a:pt x="7131" y="5704"/>
                    <a:pt x="5884" y="5704"/>
                  </a:cubicBezTo>
                  <a:lnTo>
                    <a:pt x="17" y="5704"/>
                  </a:lnTo>
                  <a:lnTo>
                    <a:pt x="0" y="0"/>
                  </a:lnTo>
                  <a:close/>
                </a:path>
              </a:pathLst>
            </a:custGeom>
            <a:solidFill>
              <a:srgbClr val="6498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2" name="组合 15"/>
          <p:cNvGrpSpPr/>
          <p:nvPr/>
        </p:nvGrpSpPr>
        <p:grpSpPr>
          <a:xfrm>
            <a:off x="1347996" y="2608315"/>
            <a:ext cx="4445887" cy="1952844"/>
            <a:chOff x="-1401" y="2961"/>
            <a:chExt cx="7310" cy="3143"/>
          </a:xfrm>
        </p:grpSpPr>
        <p:sp>
          <p:nvSpPr>
            <p:cNvPr id="23" name="333333"/>
            <p:cNvSpPr txBox="1"/>
            <p:nvPr/>
          </p:nvSpPr>
          <p:spPr>
            <a:xfrm>
              <a:off x="-205" y="2961"/>
              <a:ext cx="4918" cy="594"/>
            </a:xfrm>
            <a:prstGeom prst="rect">
              <a:avLst/>
            </a:prstGeom>
            <a:noFill/>
            <a:ln w="9525">
              <a:noFill/>
            </a:ln>
          </p:spPr>
          <p:txBody>
            <a:bodyPr wrap="square" anchor="t">
              <a:spAutoFit/>
            </a:bodyPr>
            <a:lstStyle/>
            <a:p>
              <a:pPr algn="ctr"/>
              <a:r>
                <a:rPr lang="zh-CN" altLang="en-US" b="1"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等待模型回答时的加载动画</a:t>
              </a:r>
            </a:p>
          </p:txBody>
        </p:sp>
        <p:sp>
          <p:nvSpPr>
            <p:cNvPr id="24" name="1111"/>
            <p:cNvSpPr txBox="1"/>
            <p:nvPr/>
          </p:nvSpPr>
          <p:spPr>
            <a:xfrm>
              <a:off x="-1401" y="3645"/>
              <a:ext cx="7310" cy="2459"/>
            </a:xfrm>
            <a:prstGeom prst="rect">
              <a:avLst/>
            </a:prstGeom>
            <a:noFill/>
            <a:ln w="9525">
              <a:noFill/>
            </a:ln>
          </p:spPr>
          <p:txBody>
            <a:bodyPr wrap="square" lIns="71755" rIns="71755" anchor="t">
              <a:spAutoFit/>
            </a:bodyPr>
            <a:lstStyle/>
            <a:p>
              <a:pPr algn="just">
                <a:lnSpc>
                  <a:spcPct val="150000"/>
                </a:lnSpc>
                <a:spcBef>
                  <a:spcPts val="0"/>
                </a:spcBef>
                <a:spcAft>
                  <a:spcPts val="0"/>
                </a:spcAft>
              </a:pPr>
              <a:r>
                <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rPr>
                <a:t>在等待模型回答时，显示一个浮动的波浪加载动画，在回答完成后消失。</a:t>
              </a:r>
              <a:endParaRPr lang="en-US" altLang="zh-CN" sz="1600" dirty="0">
                <a:solidFill>
                  <a:schemeClr val="bg1"/>
                </a:solidFill>
                <a:latin typeface="微软雅黑 Light" panose="020B0502040204020203" charset="-122"/>
                <a:ea typeface="微软雅黑 Light" panose="020B0502040204020203" charset="-122"/>
                <a:sym typeface="微软雅黑" panose="020B0503020204020204" pitchFamily="34" charset="-122"/>
              </a:endParaRPr>
            </a:p>
            <a:p>
              <a:pPr algn="just">
                <a:lnSpc>
                  <a:spcPct val="150000"/>
                </a:lnSpc>
                <a:spcBef>
                  <a:spcPts val="0"/>
                </a:spcBef>
                <a:spcAft>
                  <a:spcPts val="0"/>
                </a:spcAft>
              </a:pPr>
              <a:r>
                <a:rPr lang="zh-CN" altLang="en-US" sz="1600" dirty="0">
                  <a:solidFill>
                    <a:schemeClr val="bg1"/>
                  </a:solidFill>
                  <a:latin typeface="微软雅黑 Light" panose="020B0502040204020203" charset="-122"/>
                  <a:ea typeface="微软雅黑 Light" panose="020B0502040204020203" charset="-122"/>
                  <a:sym typeface="微软雅黑" panose="020B0503020204020204" pitchFamily="34" charset="-122"/>
                </a:rPr>
                <a:t>动画由十个小的矩形构成，通过设置循环播放改变矩形的高度，并设置不同的播放延迟来实现。</a:t>
              </a:r>
            </a:p>
          </p:txBody>
        </p:sp>
      </p:grpSp>
      <p:pic>
        <p:nvPicPr>
          <p:cNvPr id="16" name="图片 15" descr="31393935333939383b31373432363535393bd6bdb7c9bbfa"/>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569325" y="2050415"/>
            <a:ext cx="476885" cy="476885"/>
          </a:xfrm>
          <a:prstGeom prst="rect">
            <a:avLst/>
          </a:prstGeom>
        </p:spPr>
      </p:pic>
      <p:pic>
        <p:nvPicPr>
          <p:cNvPr id="17" name="图片 16" descr="31393935333939383b31373432363535313bd1a7cebbc3b1"/>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3308350" y="2026285"/>
            <a:ext cx="525780" cy="525780"/>
          </a:xfrm>
          <a:prstGeom prst="rect">
            <a:avLst/>
          </a:prstGeom>
        </p:spPr>
      </p:pic>
      <p:pic>
        <p:nvPicPr>
          <p:cNvPr id="3" name="图片 2">
            <a:extLst>
              <a:ext uri="{FF2B5EF4-FFF2-40B4-BE49-F238E27FC236}">
                <a16:creationId xmlns:a16="http://schemas.microsoft.com/office/drawing/2014/main" id="{CD40E89C-3B62-409C-9509-BAAC582CB56E}"/>
              </a:ext>
            </a:extLst>
          </p:cNvPr>
          <p:cNvPicPr>
            <a:picLocks noChangeAspect="1"/>
          </p:cNvPicPr>
          <p:nvPr/>
        </p:nvPicPr>
        <p:blipFill>
          <a:blip r:embed="rId7"/>
          <a:stretch>
            <a:fillRect/>
          </a:stretch>
        </p:blipFill>
        <p:spPr>
          <a:xfrm>
            <a:off x="7869423" y="2800769"/>
            <a:ext cx="1876687" cy="409632"/>
          </a:xfrm>
          <a:prstGeom prst="rect">
            <a:avLst/>
          </a:prstGeom>
        </p:spPr>
      </p:pic>
      <p:pic>
        <p:nvPicPr>
          <p:cNvPr id="6" name="图片 5">
            <a:extLst>
              <a:ext uri="{FF2B5EF4-FFF2-40B4-BE49-F238E27FC236}">
                <a16:creationId xmlns:a16="http://schemas.microsoft.com/office/drawing/2014/main" id="{E20D73A7-ED4B-453E-ACA6-05A816B89C99}"/>
              </a:ext>
            </a:extLst>
          </p:cNvPr>
          <p:cNvPicPr>
            <a:picLocks noChangeAspect="1"/>
          </p:cNvPicPr>
          <p:nvPr/>
        </p:nvPicPr>
        <p:blipFill>
          <a:blip r:embed="rId8"/>
          <a:stretch>
            <a:fillRect/>
          </a:stretch>
        </p:blipFill>
        <p:spPr>
          <a:xfrm>
            <a:off x="7869423" y="4356343"/>
            <a:ext cx="1876687" cy="409632"/>
          </a:xfrm>
          <a:prstGeom prst="rect">
            <a:avLst/>
          </a:prstGeom>
        </p:spPr>
      </p:pic>
      <p:sp>
        <p:nvSpPr>
          <p:cNvPr id="7" name="箭头: 右 6">
            <a:extLst>
              <a:ext uri="{FF2B5EF4-FFF2-40B4-BE49-F238E27FC236}">
                <a16:creationId xmlns:a16="http://schemas.microsoft.com/office/drawing/2014/main" id="{21E89A64-1D5F-479E-8B3A-09D043F6699C}"/>
              </a:ext>
            </a:extLst>
          </p:cNvPr>
          <p:cNvSpPr/>
          <p:nvPr/>
        </p:nvSpPr>
        <p:spPr>
          <a:xfrm rot="5400000">
            <a:off x="8286257" y="3630005"/>
            <a:ext cx="975769" cy="409632"/>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ustDataLst>
      <p:tags r:id="rId1"/>
    </p:custDataLst>
    <p:extLst>
      <p:ext uri="{BB962C8B-B14F-4D97-AF65-F5344CB8AC3E}">
        <p14:creationId xmlns:p14="http://schemas.microsoft.com/office/powerpoint/2010/main" val="104193618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9" name="组合 8"/>
          <p:cNvGrpSpPr/>
          <p:nvPr>
            <p:custDataLst>
              <p:tags r:id="rId2"/>
            </p:custDataLst>
          </p:nvPr>
        </p:nvGrpSpPr>
        <p:grpSpPr>
          <a:xfrm>
            <a:off x="622300" y="1684020"/>
            <a:ext cx="4913630" cy="2963839"/>
            <a:chOff x="2155" y="4093"/>
            <a:chExt cx="6348" cy="3191"/>
          </a:xfrm>
        </p:grpSpPr>
        <p:sp>
          <p:nvSpPr>
            <p:cNvPr id="7" name="圆角矩形 6"/>
            <p:cNvSpPr/>
            <p:nvPr>
              <p:custDataLst>
                <p:tags r:id="rId18"/>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custDataLst>
                <p:tags r:id="rId19"/>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custDataLst>
              <p:tags r:id="rId3"/>
            </p:custDataLst>
          </p:nvPr>
        </p:nvGrpSpPr>
        <p:grpSpPr>
          <a:xfrm>
            <a:off x="6235065" y="2699385"/>
            <a:ext cx="4913630" cy="2963839"/>
            <a:chOff x="2155" y="4093"/>
            <a:chExt cx="6348" cy="3191"/>
          </a:xfrm>
        </p:grpSpPr>
        <p:sp>
          <p:nvSpPr>
            <p:cNvPr id="17" name="圆角矩形 16"/>
            <p:cNvSpPr/>
            <p:nvPr>
              <p:custDataLst>
                <p:tags r:id="rId16"/>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custDataLst>
                <p:tags r:id="rId17"/>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22" name="组合 15"/>
          <p:cNvGrpSpPr/>
          <p:nvPr>
            <p:custDataLst>
              <p:tags r:id="rId4"/>
            </p:custDataLst>
          </p:nvPr>
        </p:nvGrpSpPr>
        <p:grpSpPr>
          <a:xfrm>
            <a:off x="850791" y="2012076"/>
            <a:ext cx="4562052" cy="1526611"/>
            <a:chOff x="-1401" y="3052"/>
            <a:chExt cx="7501" cy="2457"/>
          </a:xfrm>
        </p:grpSpPr>
        <p:sp>
          <p:nvSpPr>
            <p:cNvPr id="23" name="333333"/>
            <p:cNvSpPr txBox="1"/>
            <p:nvPr>
              <p:custDataLst>
                <p:tags r:id="rId14"/>
              </p:custDataLst>
            </p:nvPr>
          </p:nvSpPr>
          <p:spPr>
            <a:xfrm>
              <a:off x="-1315" y="3052"/>
              <a:ext cx="7415" cy="593"/>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车票机票的表格显示</a:t>
              </a:r>
            </a:p>
          </p:txBody>
        </p:sp>
        <p:sp>
          <p:nvSpPr>
            <p:cNvPr id="24" name="1111"/>
            <p:cNvSpPr txBox="1"/>
            <p:nvPr>
              <p:custDataLst>
                <p:tags r:id="rId15"/>
              </p:custDataLst>
            </p:nvPr>
          </p:nvSpPr>
          <p:spPr>
            <a:xfrm>
              <a:off x="-1401" y="3645"/>
              <a:ext cx="7328" cy="1864"/>
            </a:xfrm>
            <a:prstGeom prst="rect">
              <a:avLst/>
            </a:prstGeom>
            <a:noFill/>
            <a:ln w="9525">
              <a:noFill/>
            </a:ln>
          </p:spPr>
          <p:txBody>
            <a:bodyPr wrap="square" anchor="t">
              <a:spAutoFit/>
            </a:bodyPr>
            <a:lstStyle/>
            <a:p>
              <a:pPr indent="457200" algn="just">
                <a:lnSpc>
                  <a:spcPct val="150000"/>
                </a:lnSpc>
                <a:spcBef>
                  <a:spcPts val="0"/>
                </a:spcBef>
                <a:spcAft>
                  <a:spcPts val="0"/>
                </a:spcAft>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从后端接收一个车票的列表数据，使用两次</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foreach</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方法对数据进行解析，把解析到的数据转化为表格写入网页。</a:t>
              </a:r>
            </a:p>
          </p:txBody>
        </p:sp>
      </p:grpSp>
      <p:grpSp>
        <p:nvGrpSpPr>
          <p:cNvPr id="19" name="组合 15"/>
          <p:cNvGrpSpPr/>
          <p:nvPr>
            <p:custDataLst>
              <p:tags r:id="rId5"/>
            </p:custDataLst>
          </p:nvPr>
        </p:nvGrpSpPr>
        <p:grpSpPr>
          <a:xfrm>
            <a:off x="6464191" y="2218466"/>
            <a:ext cx="4456835" cy="1637828"/>
            <a:chOff x="-1401" y="1750"/>
            <a:chExt cx="7328" cy="2636"/>
          </a:xfrm>
        </p:grpSpPr>
        <p:sp>
          <p:nvSpPr>
            <p:cNvPr id="20" name="333333"/>
            <p:cNvSpPr txBox="1"/>
            <p:nvPr>
              <p:custDataLst>
                <p:tags r:id="rId12"/>
              </p:custDataLst>
            </p:nvPr>
          </p:nvSpPr>
          <p:spPr>
            <a:xfrm>
              <a:off x="1189" y="1750"/>
              <a:ext cx="2819"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sp>
          <p:nvSpPr>
            <p:cNvPr id="21" name="1111"/>
            <p:cNvSpPr txBox="1"/>
            <p:nvPr>
              <p:custDataLst>
                <p:tags r:id="rId13"/>
              </p:custDataLst>
            </p:nvPr>
          </p:nvSpPr>
          <p:spPr>
            <a:xfrm>
              <a:off x="-1401" y="3645"/>
              <a:ext cx="7328" cy="741"/>
            </a:xfrm>
            <a:prstGeom prst="rect">
              <a:avLst/>
            </a:prstGeom>
            <a:noFill/>
            <a:ln w="9525">
              <a:noFill/>
            </a:ln>
          </p:spPr>
          <p:txBody>
            <a:bodyPr wrap="square" anchor="t">
              <a:spAutoFit/>
            </a:bodyPr>
            <a:lstStyle/>
            <a:p>
              <a:pPr algn="just">
                <a:lnSpc>
                  <a:spcPct val="150000"/>
                </a:lnSpc>
                <a:spcBef>
                  <a:spcPts val="0"/>
                </a:spcBef>
                <a:spcAft>
                  <a:spcPts val="0"/>
                </a:spcAft>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2" name="组合 31"/>
          <p:cNvGrpSpPr/>
          <p:nvPr>
            <p:custDataLst>
              <p:tags r:id="rId6"/>
            </p:custDataLst>
          </p:nvPr>
        </p:nvGrpSpPr>
        <p:grpSpPr>
          <a:xfrm>
            <a:off x="2874010" y="5332095"/>
            <a:ext cx="2661920" cy="93345"/>
            <a:chOff x="4770" y="8601"/>
            <a:chExt cx="4192" cy="147"/>
          </a:xfrm>
        </p:grpSpPr>
        <p:cxnSp>
          <p:nvCxnSpPr>
            <p:cNvPr id="27" name="直接连接符 26"/>
            <p:cNvCxnSpPr/>
            <p:nvPr>
              <p:custDataLst>
                <p:tags r:id="rId10"/>
              </p:custDataLst>
            </p:nvPr>
          </p:nvCxnSpPr>
          <p:spPr>
            <a:xfrm>
              <a:off x="4770" y="8601"/>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6242" y="8748"/>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7"/>
            </p:custDataLst>
          </p:nvPr>
        </p:nvGrpSpPr>
        <p:grpSpPr>
          <a:xfrm flipH="1">
            <a:off x="6312535" y="2012315"/>
            <a:ext cx="2661920" cy="93345"/>
            <a:chOff x="9842" y="3313"/>
            <a:chExt cx="4192" cy="147"/>
          </a:xfrm>
        </p:grpSpPr>
        <p:cxnSp>
          <p:nvCxnSpPr>
            <p:cNvPr id="29" name="直接连接符 28"/>
            <p:cNvCxnSpPr/>
            <p:nvPr>
              <p:custDataLst>
                <p:tags r:id="rId8"/>
              </p:custDataLst>
            </p:nvPr>
          </p:nvCxnSpPr>
          <p:spPr>
            <a:xfrm>
              <a:off x="9842" y="3313"/>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9"/>
              </p:custDataLst>
            </p:nvPr>
          </p:nvCxnSpPr>
          <p:spPr>
            <a:xfrm>
              <a:off x="11314" y="3460"/>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pic>
        <p:nvPicPr>
          <p:cNvPr id="25" name="图片 24">
            <a:extLst>
              <a:ext uri="{FF2B5EF4-FFF2-40B4-BE49-F238E27FC236}">
                <a16:creationId xmlns:a16="http://schemas.microsoft.com/office/drawing/2014/main" id="{BD38FC8D-AB8B-40B8-B50F-5A8F889C7D35}"/>
              </a:ext>
            </a:extLst>
          </p:cNvPr>
          <p:cNvPicPr>
            <a:picLocks noChangeAspect="1"/>
          </p:cNvPicPr>
          <p:nvPr/>
        </p:nvPicPr>
        <p:blipFill rotWithShape="1">
          <a:blip r:embed="rId21"/>
          <a:srcRect l="37592" t="49382" r="21232" b="15352"/>
          <a:stretch/>
        </p:blipFill>
        <p:spPr>
          <a:xfrm>
            <a:off x="6235065" y="131403"/>
            <a:ext cx="4509748" cy="2064895"/>
          </a:xfrm>
          <a:prstGeom prst="rect">
            <a:avLst/>
          </a:prstGeom>
        </p:spPr>
      </p:pic>
      <p:pic>
        <p:nvPicPr>
          <p:cNvPr id="5" name="图片 4">
            <a:extLst>
              <a:ext uri="{FF2B5EF4-FFF2-40B4-BE49-F238E27FC236}">
                <a16:creationId xmlns:a16="http://schemas.microsoft.com/office/drawing/2014/main" id="{E4881FAC-E159-45D5-959A-A6DFEC56A2DA}"/>
              </a:ext>
            </a:extLst>
          </p:cNvPr>
          <p:cNvPicPr>
            <a:picLocks noChangeAspect="1"/>
          </p:cNvPicPr>
          <p:nvPr/>
        </p:nvPicPr>
        <p:blipFill>
          <a:blip r:embed="rId22"/>
          <a:stretch>
            <a:fillRect/>
          </a:stretch>
        </p:blipFill>
        <p:spPr>
          <a:xfrm>
            <a:off x="4394029" y="3493440"/>
            <a:ext cx="7392934" cy="1657506"/>
          </a:xfrm>
          <a:prstGeom prst="rect">
            <a:avLst/>
          </a:prstGeom>
        </p:spPr>
      </p:pic>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4" name="标题 1"/>
          <p:cNvSpPr txBox="1"/>
          <p:nvPr/>
        </p:nvSpPr>
        <p:spPr>
          <a:xfrm flipH="1">
            <a:off x="-243840" y="532131"/>
            <a:ext cx="2921635" cy="467359"/>
          </a:xfrm>
          <a:prstGeom prst="chevron">
            <a:avLst/>
          </a:prstGeom>
          <a:solidFill>
            <a:srgbClr val="7BABDF"/>
          </a:solidFill>
          <a:ln w="9525">
            <a:noFill/>
          </a:ln>
        </p:spPr>
        <p:txBody>
          <a:bodyPr wrap="square" lIns="68580" tIns="71755" rIns="68580" bIns="36195" anchor="ctr" anchorCtr="1">
            <a:spAutoFit/>
          </a:bodyPr>
          <a:lstStyle/>
          <a:p>
            <a:pPr algn="ctr" defTabSz="685800" fontAlgn="ctr">
              <a:lnSpc>
                <a:spcPct val="90000"/>
              </a:lnSpc>
            </a:pPr>
            <a:r>
              <a:rPr lang="zh-CN" altLang="en-US" sz="2600" b="1" dirty="0">
                <a:solidFill>
                  <a:schemeClr val="bg1"/>
                </a:solidFill>
                <a:latin typeface="微软雅黑" panose="020B0503020204020204" pitchFamily="34" charset="-122"/>
                <a:ea typeface="微软雅黑" panose="020B0503020204020204" pitchFamily="34" charset="-122"/>
              </a:rPr>
              <a:t>前端部分</a:t>
            </a:r>
          </a:p>
        </p:txBody>
      </p:sp>
      <p:grpSp>
        <p:nvGrpSpPr>
          <p:cNvPr id="9" name="组合 8"/>
          <p:cNvGrpSpPr/>
          <p:nvPr>
            <p:custDataLst>
              <p:tags r:id="rId2"/>
            </p:custDataLst>
          </p:nvPr>
        </p:nvGrpSpPr>
        <p:grpSpPr>
          <a:xfrm>
            <a:off x="622300" y="1684020"/>
            <a:ext cx="4913630" cy="2963839"/>
            <a:chOff x="2155" y="4093"/>
            <a:chExt cx="6348" cy="3191"/>
          </a:xfrm>
        </p:grpSpPr>
        <p:sp>
          <p:nvSpPr>
            <p:cNvPr id="7" name="圆角矩形 6"/>
            <p:cNvSpPr/>
            <p:nvPr>
              <p:custDataLst>
                <p:tags r:id="rId18"/>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8" name="直接连接符 7"/>
            <p:cNvCxnSpPr/>
            <p:nvPr>
              <p:custDataLst>
                <p:tags r:id="rId19"/>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16" name="组合 15"/>
          <p:cNvGrpSpPr/>
          <p:nvPr>
            <p:custDataLst>
              <p:tags r:id="rId3"/>
            </p:custDataLst>
          </p:nvPr>
        </p:nvGrpSpPr>
        <p:grpSpPr>
          <a:xfrm>
            <a:off x="6235065" y="2699385"/>
            <a:ext cx="4913630" cy="2963839"/>
            <a:chOff x="2155" y="4093"/>
            <a:chExt cx="6348" cy="3191"/>
          </a:xfrm>
        </p:grpSpPr>
        <p:sp>
          <p:nvSpPr>
            <p:cNvPr id="17" name="圆角矩形 16"/>
            <p:cNvSpPr/>
            <p:nvPr>
              <p:custDataLst>
                <p:tags r:id="rId16"/>
              </p:custDataLst>
            </p:nvPr>
          </p:nvSpPr>
          <p:spPr>
            <a:xfrm>
              <a:off x="2155" y="4093"/>
              <a:ext cx="6348" cy="3191"/>
            </a:xfrm>
            <a:prstGeom prst="roundRect">
              <a:avLst>
                <a:gd name="adj" fmla="val 4450"/>
              </a:avLst>
            </a:prstGeom>
            <a:solidFill>
              <a:srgbClr val="6498CE">
                <a:alpha val="5000"/>
              </a:srgb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cxnSp>
          <p:nvCxnSpPr>
            <p:cNvPr id="18" name="直接连接符 17"/>
            <p:cNvCxnSpPr/>
            <p:nvPr>
              <p:custDataLst>
                <p:tags r:id="rId17"/>
              </p:custDataLst>
            </p:nvPr>
          </p:nvCxnSpPr>
          <p:spPr>
            <a:xfrm>
              <a:off x="2254" y="4093"/>
              <a:ext cx="0" cy="3191"/>
            </a:xfrm>
            <a:prstGeom prst="line">
              <a:avLst/>
            </a:prstGeom>
            <a:ln w="76200">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22" name="组合 15"/>
          <p:cNvGrpSpPr/>
          <p:nvPr>
            <p:custDataLst>
              <p:tags r:id="rId4"/>
            </p:custDataLst>
          </p:nvPr>
        </p:nvGrpSpPr>
        <p:grpSpPr>
          <a:xfrm>
            <a:off x="850791" y="2012076"/>
            <a:ext cx="4562052" cy="1899409"/>
            <a:chOff x="-1401" y="3052"/>
            <a:chExt cx="7501" cy="3057"/>
          </a:xfrm>
        </p:grpSpPr>
        <p:sp>
          <p:nvSpPr>
            <p:cNvPr id="23" name="333333"/>
            <p:cNvSpPr txBox="1"/>
            <p:nvPr>
              <p:custDataLst>
                <p:tags r:id="rId14"/>
              </p:custDataLst>
            </p:nvPr>
          </p:nvSpPr>
          <p:spPr>
            <a:xfrm>
              <a:off x="-1315" y="3052"/>
              <a:ext cx="7415" cy="593"/>
            </a:xfrm>
            <a:prstGeom prst="rect">
              <a:avLst/>
            </a:prstGeom>
            <a:noFill/>
            <a:ln w="9525">
              <a:noFill/>
            </a:ln>
          </p:spPr>
          <p:txBody>
            <a:bodyPr wrap="square" anchor="t">
              <a:spAutoFit/>
            </a:bodyPr>
            <a:lstStyle/>
            <a:p>
              <a:pPr algn="ctr"/>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大模型回答的格式转换</a:t>
              </a:r>
            </a:p>
          </p:txBody>
        </p:sp>
        <p:sp>
          <p:nvSpPr>
            <p:cNvPr id="24" name="1111"/>
            <p:cNvSpPr txBox="1"/>
            <p:nvPr>
              <p:custDataLst>
                <p:tags r:id="rId15"/>
              </p:custDataLst>
            </p:nvPr>
          </p:nvSpPr>
          <p:spPr>
            <a:xfrm>
              <a:off x="-1401" y="3645"/>
              <a:ext cx="7328" cy="2464"/>
            </a:xfrm>
            <a:prstGeom prst="rect">
              <a:avLst/>
            </a:prstGeom>
            <a:noFill/>
            <a:ln w="9525">
              <a:noFill/>
            </a:ln>
          </p:spPr>
          <p:txBody>
            <a:bodyPr wrap="square" anchor="t">
              <a:spAutoFit/>
            </a:bodyPr>
            <a:lstStyle/>
            <a:p>
              <a:pPr indent="457200" algn="just">
                <a:lnSpc>
                  <a:spcPct val="150000"/>
                </a:lnSpc>
              </a:pP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由于将模型的回答传递到前端时，无法同时传输回答的格式，因此我通过正则表达式来匹配一些特殊字符，例如‘</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’，在他之后增加</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html</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的</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&lt;</a:t>
              </a:r>
              <a:r>
                <a:rPr lang="en-US" altLang="zh-CN" sz="1600" dirty="0" err="1">
                  <a:solidFill>
                    <a:srgbClr val="262626"/>
                  </a:solidFill>
                  <a:latin typeface="微软雅黑 Light" panose="020B0502040204020203" charset="-122"/>
                  <a:ea typeface="微软雅黑 Light" panose="020B0502040204020203" charset="-122"/>
                  <a:sym typeface="微软雅黑" panose="020B0503020204020204" pitchFamily="34" charset="-122"/>
                </a:rPr>
                <a:t>br</a:t>
              </a:r>
              <a:r>
                <a:rPr lang="en-US" altLang="zh-CN"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&gt;</a:t>
              </a:r>
              <a:r>
                <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rPr>
                <a:t>标签，实现换行。</a:t>
              </a:r>
              <a:endParaRPr lang="zh-CN" altLang="en-US" sz="1800" dirty="0">
                <a:solidFill>
                  <a:srgbClr val="BCBEC4"/>
                </a:solidFill>
                <a:effectLst/>
                <a:latin typeface="JetBrains Mono"/>
              </a:endParaRPr>
            </a:p>
          </p:txBody>
        </p:sp>
      </p:grpSp>
      <p:grpSp>
        <p:nvGrpSpPr>
          <p:cNvPr id="19" name="组合 15"/>
          <p:cNvGrpSpPr/>
          <p:nvPr>
            <p:custDataLst>
              <p:tags r:id="rId5"/>
            </p:custDataLst>
          </p:nvPr>
        </p:nvGrpSpPr>
        <p:grpSpPr>
          <a:xfrm>
            <a:off x="6464191" y="2218466"/>
            <a:ext cx="4456835" cy="1637828"/>
            <a:chOff x="-1401" y="1750"/>
            <a:chExt cx="7328" cy="2636"/>
          </a:xfrm>
        </p:grpSpPr>
        <p:sp>
          <p:nvSpPr>
            <p:cNvPr id="20" name="333333"/>
            <p:cNvSpPr txBox="1"/>
            <p:nvPr>
              <p:custDataLst>
                <p:tags r:id="rId12"/>
              </p:custDataLst>
            </p:nvPr>
          </p:nvSpPr>
          <p:spPr>
            <a:xfrm>
              <a:off x="1189" y="1750"/>
              <a:ext cx="2819" cy="593"/>
            </a:xfrm>
            <a:prstGeom prst="rect">
              <a:avLst/>
            </a:prstGeom>
            <a:noFill/>
            <a:ln w="9525">
              <a:noFill/>
            </a:ln>
          </p:spPr>
          <p:txBody>
            <a:bodyPr wrap="square" anchor="t">
              <a:spAutoFit/>
            </a:bodyPr>
            <a:lstStyle/>
            <a:p>
              <a:pPr algn="l"/>
              <a:r>
                <a:rPr lang="zh-CN" altLang="en-US" dirty="0">
                  <a:solidFill>
                    <a:srgbClr val="262626"/>
                  </a:solidFill>
                  <a:latin typeface="微软雅黑" panose="020B0503020204020204" pitchFamily="34" charset="-122"/>
                  <a:ea typeface="微软雅黑" panose="020B0503020204020204" pitchFamily="34" charset="-122"/>
                  <a:cs typeface="微软雅黑" panose="020B0503020204020204" pitchFamily="34" charset="-122"/>
                </a:rPr>
                <a:t>核心代码</a:t>
              </a:r>
            </a:p>
          </p:txBody>
        </p:sp>
        <p:sp>
          <p:nvSpPr>
            <p:cNvPr id="21" name="1111"/>
            <p:cNvSpPr txBox="1"/>
            <p:nvPr>
              <p:custDataLst>
                <p:tags r:id="rId13"/>
              </p:custDataLst>
            </p:nvPr>
          </p:nvSpPr>
          <p:spPr>
            <a:xfrm>
              <a:off x="-1401" y="3645"/>
              <a:ext cx="7328" cy="741"/>
            </a:xfrm>
            <a:prstGeom prst="rect">
              <a:avLst/>
            </a:prstGeom>
            <a:noFill/>
            <a:ln w="9525">
              <a:noFill/>
            </a:ln>
          </p:spPr>
          <p:txBody>
            <a:bodyPr wrap="square" anchor="t">
              <a:spAutoFit/>
            </a:bodyPr>
            <a:lstStyle/>
            <a:p>
              <a:pPr algn="just">
                <a:lnSpc>
                  <a:spcPct val="150000"/>
                </a:lnSpc>
                <a:spcBef>
                  <a:spcPts val="0"/>
                </a:spcBef>
                <a:spcAft>
                  <a:spcPts val="0"/>
                </a:spcAft>
              </a:pPr>
              <a:endParaRPr lang="zh-CN" altLang="en-US" sz="1600" dirty="0">
                <a:solidFill>
                  <a:srgbClr val="262626"/>
                </a:solidFill>
                <a:latin typeface="微软雅黑 Light" panose="020B0502040204020203" charset="-122"/>
                <a:ea typeface="微软雅黑 Light" panose="020B0502040204020203" charset="-122"/>
                <a:sym typeface="微软雅黑" panose="020B0503020204020204" pitchFamily="34" charset="-122"/>
              </a:endParaRPr>
            </a:p>
          </p:txBody>
        </p:sp>
      </p:grpSp>
      <p:grpSp>
        <p:nvGrpSpPr>
          <p:cNvPr id="32" name="组合 31"/>
          <p:cNvGrpSpPr/>
          <p:nvPr>
            <p:custDataLst>
              <p:tags r:id="rId6"/>
            </p:custDataLst>
          </p:nvPr>
        </p:nvGrpSpPr>
        <p:grpSpPr>
          <a:xfrm>
            <a:off x="2874010" y="5332095"/>
            <a:ext cx="2661920" cy="93345"/>
            <a:chOff x="4770" y="8601"/>
            <a:chExt cx="4192" cy="147"/>
          </a:xfrm>
        </p:grpSpPr>
        <p:cxnSp>
          <p:nvCxnSpPr>
            <p:cNvPr id="27" name="直接连接符 26"/>
            <p:cNvCxnSpPr/>
            <p:nvPr>
              <p:custDataLst>
                <p:tags r:id="rId10"/>
              </p:custDataLst>
            </p:nvPr>
          </p:nvCxnSpPr>
          <p:spPr>
            <a:xfrm>
              <a:off x="4770" y="8601"/>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custDataLst>
                <p:tags r:id="rId11"/>
              </p:custDataLst>
            </p:nvPr>
          </p:nvCxnSpPr>
          <p:spPr>
            <a:xfrm>
              <a:off x="6242" y="8748"/>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grpSp>
        <p:nvGrpSpPr>
          <p:cNvPr id="31" name="组合 30"/>
          <p:cNvGrpSpPr/>
          <p:nvPr>
            <p:custDataLst>
              <p:tags r:id="rId7"/>
            </p:custDataLst>
          </p:nvPr>
        </p:nvGrpSpPr>
        <p:grpSpPr>
          <a:xfrm flipH="1">
            <a:off x="6312535" y="2012315"/>
            <a:ext cx="2661920" cy="93345"/>
            <a:chOff x="9842" y="3313"/>
            <a:chExt cx="4192" cy="147"/>
          </a:xfrm>
        </p:grpSpPr>
        <p:cxnSp>
          <p:nvCxnSpPr>
            <p:cNvPr id="29" name="直接连接符 28"/>
            <p:cNvCxnSpPr/>
            <p:nvPr>
              <p:custDataLst>
                <p:tags r:id="rId8"/>
              </p:custDataLst>
            </p:nvPr>
          </p:nvCxnSpPr>
          <p:spPr>
            <a:xfrm>
              <a:off x="9842" y="3313"/>
              <a:ext cx="4193"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cxnSp>
          <p:nvCxnSpPr>
            <p:cNvPr id="30" name="直接连接符 29"/>
            <p:cNvCxnSpPr/>
            <p:nvPr>
              <p:custDataLst>
                <p:tags r:id="rId9"/>
              </p:custDataLst>
            </p:nvPr>
          </p:nvCxnSpPr>
          <p:spPr>
            <a:xfrm>
              <a:off x="11314" y="3460"/>
              <a:ext cx="2721" cy="0"/>
            </a:xfrm>
            <a:prstGeom prst="line">
              <a:avLst/>
            </a:prstGeom>
            <a:ln w="28575">
              <a:solidFill>
                <a:srgbClr val="6498CE"/>
              </a:solidFill>
            </a:ln>
          </p:spPr>
          <p:style>
            <a:lnRef idx="1">
              <a:schemeClr val="accent1"/>
            </a:lnRef>
            <a:fillRef idx="0">
              <a:schemeClr val="accent1"/>
            </a:fillRef>
            <a:effectRef idx="0">
              <a:schemeClr val="accent1"/>
            </a:effectRef>
            <a:fontRef idx="minor">
              <a:schemeClr val="tx1"/>
            </a:fontRef>
          </p:style>
        </p:cxnSp>
      </p:grpSp>
      <p:pic>
        <p:nvPicPr>
          <p:cNvPr id="3" name="图片 2">
            <a:extLst>
              <a:ext uri="{FF2B5EF4-FFF2-40B4-BE49-F238E27FC236}">
                <a16:creationId xmlns:a16="http://schemas.microsoft.com/office/drawing/2014/main" id="{ED3A5DF5-13E8-4AE8-9211-AF5034BEE757}"/>
              </a:ext>
            </a:extLst>
          </p:cNvPr>
          <p:cNvPicPr>
            <a:picLocks noChangeAspect="1"/>
          </p:cNvPicPr>
          <p:nvPr/>
        </p:nvPicPr>
        <p:blipFill>
          <a:blip r:embed="rId21"/>
          <a:stretch>
            <a:fillRect/>
          </a:stretch>
        </p:blipFill>
        <p:spPr>
          <a:xfrm>
            <a:off x="6557435" y="2699385"/>
            <a:ext cx="5103578" cy="3335410"/>
          </a:xfrm>
          <a:prstGeom prst="rect">
            <a:avLst/>
          </a:prstGeom>
        </p:spPr>
      </p:pic>
    </p:spTree>
    <p:custDataLst>
      <p:tags r:id="rId1"/>
    </p:custDataLst>
    <p:extLst>
      <p:ext uri="{BB962C8B-B14F-4D97-AF65-F5344CB8AC3E}">
        <p14:creationId xmlns:p14="http://schemas.microsoft.com/office/powerpoint/2010/main" val="288335165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矩形 5"/>
          <p:cNvSpPr/>
          <p:nvPr/>
        </p:nvSpPr>
        <p:spPr>
          <a:xfrm>
            <a:off x="1388745" y="786130"/>
            <a:ext cx="9431655" cy="5285740"/>
          </a:xfrm>
          <a:prstGeom prst="rect">
            <a:avLst/>
          </a:prstGeom>
          <a:solidFill>
            <a:srgbClr val="6498CE">
              <a:alpha val="8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文本框 10"/>
          <p:cNvSpPr txBox="1"/>
          <p:nvPr/>
        </p:nvSpPr>
        <p:spPr>
          <a:xfrm>
            <a:off x="1785303" y="1748473"/>
            <a:ext cx="8861425" cy="1106805"/>
          </a:xfrm>
          <a:prstGeom prst="rect">
            <a:avLst/>
          </a:prstGeom>
          <a:noFill/>
          <a:ln w="9525">
            <a:noFill/>
          </a:ln>
        </p:spPr>
        <p:txBody>
          <a:bodyPr wrap="square" anchor="t">
            <a:spAutoFit/>
          </a:bodyPr>
          <a:lstStyle/>
          <a:p>
            <a:pPr algn="ctr"/>
            <a:r>
              <a:rPr lang="zh-CN" altLang="en-US" sz="6600" b="1" dirty="0">
                <a:solidFill>
                  <a:schemeClr val="bg1"/>
                </a:solidFill>
                <a:latin typeface="微软雅黑 Light" panose="020B0502040204020203" charset="-122"/>
                <a:ea typeface="微软雅黑 Light" panose="020B0502040204020203" charset="-122"/>
                <a:cs typeface="微软雅黑 Light" panose="020B0502040204020203" charset="-122"/>
              </a:rPr>
              <a:t>谢 谢 </a:t>
            </a:r>
            <a:r>
              <a:rPr lang="en-US" altLang="zh-CN" sz="6600" b="1" dirty="0">
                <a:solidFill>
                  <a:schemeClr val="bg1"/>
                </a:solidFill>
                <a:latin typeface="微软雅黑 Light" panose="020B0502040204020203" charset="-122"/>
                <a:ea typeface="微软雅黑 Light" panose="020B0502040204020203" charset="-122"/>
                <a:cs typeface="微软雅黑 Light" panose="020B0502040204020203" charset="-122"/>
              </a:rPr>
              <a:t>THANK YOU</a:t>
            </a:r>
          </a:p>
        </p:txBody>
      </p:sp>
      <p:graphicFrame>
        <p:nvGraphicFramePr>
          <p:cNvPr id="21" name="表格 20"/>
          <p:cNvGraphicFramePr/>
          <p:nvPr>
            <p:custDataLst>
              <p:tags r:id="rId2"/>
            </p:custDataLst>
            <p:extLst>
              <p:ext uri="{D42A27DB-BD31-4B8C-83A1-F6EECF244321}">
                <p14:modId xmlns:p14="http://schemas.microsoft.com/office/powerpoint/2010/main" val="419784022"/>
              </p:ext>
            </p:extLst>
          </p:nvPr>
        </p:nvGraphicFramePr>
        <p:xfrm>
          <a:off x="3351849" y="3185795"/>
          <a:ext cx="5840278" cy="1625600"/>
        </p:xfrm>
        <a:graphic>
          <a:graphicData uri="http://schemas.openxmlformats.org/drawingml/2006/table">
            <a:tbl>
              <a:tblPr firstRow="1" bandRow="1">
                <a:tableStyleId>{5C22544A-7EE6-4342-B048-85BDC9FD1C3A}</a:tableStyleId>
              </a:tblPr>
              <a:tblGrid>
                <a:gridCol w="1768105">
                  <a:extLst>
                    <a:ext uri="{9D8B030D-6E8A-4147-A177-3AD203B41FA5}">
                      <a16:colId xmlns:a16="http://schemas.microsoft.com/office/drawing/2014/main" val="20000"/>
                    </a:ext>
                  </a:extLst>
                </a:gridCol>
                <a:gridCol w="4072173">
                  <a:extLst>
                    <a:ext uri="{9D8B030D-6E8A-4147-A177-3AD203B41FA5}">
                      <a16:colId xmlns:a16="http://schemas.microsoft.com/office/drawing/2014/main" val="20001"/>
                    </a:ext>
                  </a:extLst>
                </a:gridCol>
              </a:tblGrid>
              <a:tr h="406400">
                <a:tc>
                  <a:txBody>
                    <a:bodyPr/>
                    <a:lstStyle/>
                    <a:p>
                      <a:pPr algn="dist">
                        <a:buNone/>
                      </a:pPr>
                      <a:r>
                        <a:rPr lang="zh-CN" altLang="en-US" sz="2000" b="0">
                          <a:solidFill>
                            <a:schemeClr val="bg1"/>
                          </a:solidFill>
                          <a:latin typeface="微软雅黑" panose="020B0503020204020204" pitchFamily="34" charset="-122"/>
                          <a:ea typeface="微软雅黑" panose="020B0503020204020204" pitchFamily="34" charset="-122"/>
                        </a:rPr>
                        <a:t>汇报人：</a:t>
                      </a:r>
                    </a:p>
                  </a:txBody>
                  <a:tcPr anchor="ctr">
                    <a:lnL>
                      <a:noFill/>
                    </a:lnL>
                    <a:lnR>
                      <a:noFill/>
                    </a:lnR>
                    <a:lnT>
                      <a:noFill/>
                    </a:lnT>
                    <a:lnB>
                      <a:noFill/>
                    </a:lnB>
                    <a:lnTlToBr>
                      <a:noFill/>
                    </a:lnTlToBr>
                    <a:lnBlToTr>
                      <a:noFill/>
                    </a:lnBlToTr>
                    <a:noFill/>
                  </a:tcPr>
                </a:tc>
                <a:tc>
                  <a:txBody>
                    <a:bodyPr/>
                    <a:lstStyle/>
                    <a:p>
                      <a:pPr algn="just">
                        <a:buNone/>
                      </a:pPr>
                      <a:r>
                        <a:rPr lang="zh-CN" altLang="en-US" sz="2000" b="0" dirty="0">
                          <a:solidFill>
                            <a:schemeClr val="bg1"/>
                          </a:solidFill>
                          <a:latin typeface="微软雅黑" panose="020B0503020204020204" pitchFamily="34" charset="-122"/>
                          <a:ea typeface="微软雅黑" panose="020B0503020204020204" pitchFamily="34" charset="-122"/>
                        </a:rPr>
                        <a:t>魏泽钒、王安澜、张可涵、杨至尧</a:t>
                      </a:r>
                      <a:endParaRPr lang="en-US" altLang="zh-CN"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0"/>
                  </a:ext>
                </a:extLst>
              </a:tr>
              <a:tr h="406400">
                <a:tc>
                  <a:txBody>
                    <a:bodyPr/>
                    <a:lstStyle/>
                    <a:p>
                      <a:pPr algn="dist">
                        <a:buNone/>
                      </a:pPr>
                      <a:endParaRPr lang="zh-CN" altLang="en-US"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tc>
                  <a:txBody>
                    <a:bodyPr/>
                    <a:lstStyle/>
                    <a:p>
                      <a:pPr algn="just">
                        <a:buNone/>
                      </a:pPr>
                      <a:endParaRPr lang="en-US" altLang="zh-CN" sz="2000" b="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1"/>
                  </a:ext>
                </a:extLst>
              </a:tr>
              <a:tr h="406400">
                <a:tc>
                  <a:txBody>
                    <a:bodyPr/>
                    <a:lstStyle/>
                    <a:p>
                      <a:pPr algn="dist">
                        <a:buNone/>
                      </a:pPr>
                      <a:endParaRPr lang="zh-CN" altLang="en-US"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tc>
                  <a:txBody>
                    <a:bodyPr/>
                    <a:lstStyle/>
                    <a:p>
                      <a:pPr algn="just">
                        <a:buNone/>
                      </a:pPr>
                      <a:endParaRPr lang="en-US" altLang="zh-CN" sz="2000" b="0" dirty="0">
                        <a:solidFill>
                          <a:schemeClr val="bg1"/>
                        </a:solidFill>
                        <a:latin typeface="微软雅黑" panose="020B0503020204020204" pitchFamily="34" charset="-122"/>
                        <a:ea typeface="微软雅黑" panose="020B0503020204020204" pitchFamily="34" charset="-122"/>
                      </a:endParaRP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2"/>
                  </a:ext>
                </a:extLst>
              </a:tr>
              <a:tr h="406400">
                <a:tc>
                  <a:txBody>
                    <a:bodyPr/>
                    <a:lstStyle/>
                    <a:p>
                      <a:pPr algn="dist">
                        <a:buNone/>
                      </a:pPr>
                      <a:r>
                        <a:rPr lang="zh-CN" altLang="en-US" sz="2000" b="0">
                          <a:solidFill>
                            <a:schemeClr val="bg1"/>
                          </a:solidFill>
                          <a:latin typeface="微软雅黑" panose="020B0503020204020204" pitchFamily="34" charset="-122"/>
                          <a:ea typeface="微软雅黑" panose="020B0503020204020204" pitchFamily="34" charset="-122"/>
                        </a:rPr>
                        <a:t>时间：</a:t>
                      </a:r>
                    </a:p>
                  </a:txBody>
                  <a:tcPr anchor="ctr">
                    <a:lnL>
                      <a:noFill/>
                    </a:lnL>
                    <a:lnR>
                      <a:noFill/>
                    </a:lnR>
                    <a:lnT>
                      <a:noFill/>
                    </a:lnT>
                    <a:lnB>
                      <a:noFill/>
                    </a:lnB>
                    <a:lnTlToBr>
                      <a:noFill/>
                    </a:lnTlToBr>
                    <a:lnBlToTr>
                      <a:noFill/>
                    </a:lnBlToTr>
                    <a:noFill/>
                  </a:tcPr>
                </a:tc>
                <a:tc>
                  <a:txBody>
                    <a:bodyPr/>
                    <a:lstStyle/>
                    <a:p>
                      <a:pPr algn="just">
                        <a:buNone/>
                      </a:pP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2 0 2 4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年</a:t>
                      </a: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7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月</a:t>
                      </a:r>
                      <a:r>
                        <a:rPr lang="en-US" altLang="zh-CN"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 2 5 </a:t>
                      </a:r>
                      <a:r>
                        <a:rPr lang="zh-CN" altLang="en-US" sz="2000" b="0" dirty="0">
                          <a:solidFill>
                            <a:schemeClr val="bg1"/>
                          </a:solidFill>
                          <a:latin typeface="微软雅黑" panose="020B0503020204020204" pitchFamily="34" charset="-122"/>
                          <a:ea typeface="微软雅黑" panose="020B0503020204020204" pitchFamily="34" charset="-122"/>
                          <a:cs typeface="微软雅黑" panose="020B0503020204020204" pitchFamily="34" charset="-122"/>
                        </a:rPr>
                        <a:t>日</a:t>
                      </a:r>
                    </a:p>
                  </a:txBody>
                  <a:tcPr anchor="ctr">
                    <a:lnL>
                      <a:noFill/>
                    </a:lnL>
                    <a:lnR>
                      <a:noFill/>
                    </a:lnR>
                    <a:lnT>
                      <a:noFill/>
                    </a:lnT>
                    <a:lnB>
                      <a:noFill/>
                    </a:lnB>
                    <a:lnTlToBr>
                      <a:noFill/>
                    </a:lnTlToBr>
                    <a:lnBlToTr>
                      <a:noFill/>
                    </a:lnBlToTr>
                    <a:noFill/>
                  </a:tcPr>
                </a:tc>
                <a:extLst>
                  <a:ext uri="{0D108BD9-81ED-4DB2-BD59-A6C34878D82A}">
                    <a16:rowId xmlns:a16="http://schemas.microsoft.com/office/drawing/2014/main" val="10003"/>
                  </a:ext>
                </a:extLst>
              </a:tr>
            </a:tbl>
          </a:graphicData>
        </a:graphic>
      </p:graphicFrame>
      <p:grpSp>
        <p:nvGrpSpPr>
          <p:cNvPr id="30" name="组合 29"/>
          <p:cNvGrpSpPr/>
          <p:nvPr/>
        </p:nvGrpSpPr>
        <p:grpSpPr>
          <a:xfrm>
            <a:off x="1785303" y="5553516"/>
            <a:ext cx="2233295" cy="231140"/>
            <a:chOff x="5384" y="8296"/>
            <a:chExt cx="3517" cy="364"/>
          </a:xfrm>
        </p:grpSpPr>
        <p:sp>
          <p:nvSpPr>
            <p:cNvPr id="26" name="八角星 25"/>
            <p:cNvSpPr/>
            <p:nvPr/>
          </p:nvSpPr>
          <p:spPr>
            <a:xfrm>
              <a:off x="5384"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7" name="八角星 26"/>
            <p:cNvSpPr/>
            <p:nvPr/>
          </p:nvSpPr>
          <p:spPr>
            <a:xfrm>
              <a:off x="6435"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八角星 27"/>
            <p:cNvSpPr/>
            <p:nvPr/>
          </p:nvSpPr>
          <p:spPr>
            <a:xfrm>
              <a:off x="7486"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9" name="八角星 28"/>
            <p:cNvSpPr/>
            <p:nvPr/>
          </p:nvSpPr>
          <p:spPr>
            <a:xfrm>
              <a:off x="8537" y="8296"/>
              <a:ext cx="365" cy="365"/>
            </a:xfrm>
            <a:prstGeom prst="star8">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pic>
        <p:nvPicPr>
          <p:cNvPr id="2" name="图片 1">
            <a:extLst>
              <a:ext uri="{FF2B5EF4-FFF2-40B4-BE49-F238E27FC236}">
                <a16:creationId xmlns:a16="http://schemas.microsoft.com/office/drawing/2014/main" id="{56F1CEA3-D16A-416F-AD20-E757AF3BBAE7}"/>
              </a:ext>
            </a:extLst>
          </p:cNvPr>
          <p:cNvPicPr>
            <a:picLocks noChangeAspect="1"/>
          </p:cNvPicPr>
          <p:nvPr/>
        </p:nvPicPr>
        <p:blipFill>
          <a:blip r:embed="rId4"/>
          <a:stretch>
            <a:fillRect/>
          </a:stretch>
        </p:blipFill>
        <p:spPr>
          <a:xfrm>
            <a:off x="8636173" y="4861560"/>
            <a:ext cx="2402032" cy="1383912"/>
          </a:xfrm>
          <a:prstGeom prst="rect">
            <a:avLst/>
          </a:prstGeom>
        </p:spPr>
      </p:pic>
    </p:spTree>
    <p:custDataLst>
      <p:tags r:id="rId1"/>
    </p:custDataLst>
    <p:extLst>
      <p:ext uri="{BB962C8B-B14F-4D97-AF65-F5344CB8AC3E}">
        <p14:creationId xmlns:p14="http://schemas.microsoft.com/office/powerpoint/2010/main" val="2445617334"/>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4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4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3.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54.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5.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6.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7.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8.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9.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0.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1.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2.xml><?xml version="1.0" encoding="utf-8"?>
<p:tagLst xmlns:a="http://schemas.openxmlformats.org/drawingml/2006/main" xmlns:r="http://schemas.openxmlformats.org/officeDocument/2006/relationships"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6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4.xml><?xml version="1.0" encoding="utf-8"?>
<p:tagLst xmlns:a="http://schemas.openxmlformats.org/drawingml/2006/main" xmlns:r="http://schemas.openxmlformats.org/officeDocument/2006/relationships" xmlns:p="http://schemas.openxmlformats.org/presentationml/2006/main">
  <p:tag name="KSO_WM_UNIT_TABLE_BEAUTIFY" val="smartTable{019f5143-b24b-4bc5-9466-d8f6aaf479af}"/>
  <p:tag name="TABLE_ENDDRAG_ORIGIN_RECT" val="359*127"/>
  <p:tag name="TABLE_ENDDRAG_RECT" val="263*223*359*127"/>
</p:tagLst>
</file>

<file path=ppt/tags/tag6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6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1.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6.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77.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78.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79.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0.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1.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2.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3.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4.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5.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6.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7.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8.xml><?xml version="1.0" encoding="utf-8"?>
<p:tagLst xmlns:a="http://schemas.openxmlformats.org/drawingml/2006/main" xmlns:r="http://schemas.openxmlformats.org/officeDocument/2006/relationships" xmlns:p="http://schemas.openxmlformats.org/presentationml/2006/main">
  <p:tag name="KSO_WM_DIAGRAM_VIRTUALLY_FRAME" val="{&quot;height&quot;:388.45,&quot;left&quot;:22.5,&quot;top&quot;:119.15,&quot;width&quot;:491.45}"/>
</p:tagLst>
</file>

<file path=ppt/tags/tag8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91.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2.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3.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4.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5.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6.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7.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8.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99.xml><?xml version="1.0" encoding="utf-8"?>
<p:tagLst xmlns:a="http://schemas.openxmlformats.org/drawingml/2006/main" xmlns:r="http://schemas.openxmlformats.org/officeDocument/2006/relationships" xmlns:p="http://schemas.openxmlformats.org/presentationml/2006/main">
  <p:tag name="KSO_WM_DIAGRAM_VIRTUALLY_FRAME" val="{&quot;height&quot;:317.45,&quot;left&quot;:72.15,&quot;top&quot;:132.95,&quot;width&quot;:815.45}"/>
</p:tagLst>
</file>

<file path=ppt/tags/tag100.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01.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2.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3.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4.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5.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6.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7.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8.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09.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0.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1.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2.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3.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4.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5.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6.xml><?xml version="1.0" encoding="utf-8"?>
<p:tagLst xmlns:a="http://schemas.openxmlformats.org/drawingml/2006/main" xmlns:r="http://schemas.openxmlformats.org/officeDocument/2006/relationships" xmlns:p="http://schemas.openxmlformats.org/presentationml/2006/main">
  <p:tag name="KSO_WM_DIAGRAM_VIRTUALLY_FRAME" val="{&quot;height&quot;:313.3231496062992,&quot;left&quot;:49,&quot;top&quot;:132.6,&quot;width&quot;:828.85}"/>
</p:tagLst>
</file>

<file path=ppt/tags/tag117.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18.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19.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0.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1.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2.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3.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4.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5.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6.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7.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8.xml><?xml version="1.0" encoding="utf-8"?>
<p:tagLst xmlns:a="http://schemas.openxmlformats.org/drawingml/2006/main" xmlns:r="http://schemas.openxmlformats.org/officeDocument/2006/relationships" xmlns:p="http://schemas.openxmlformats.org/presentationml/2006/main">
  <p:tag name="KSO_WM_DIAGRAM_VIRTUALLY_FRAME" val="{&quot;height&quot;:869.1997834857793,&quot;left&quot;:72.15,&quot;top&quot;:132.95,&quot;width&quot;:815.45}"/>
</p:tagLst>
</file>

<file path=ppt/tags/tag129.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3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3.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4.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5.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8.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39.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3.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4.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5.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48.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49.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0.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1.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2.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3.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4.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5.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6.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7.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8.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59.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0.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1.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2.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3.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4.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5.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6.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7.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8.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69.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70.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71.xml><?xml version="1.0" encoding="utf-8"?>
<p:tagLst xmlns:a="http://schemas.openxmlformats.org/drawingml/2006/main" xmlns:r="http://schemas.openxmlformats.org/officeDocument/2006/relationships" xmlns:p="http://schemas.openxmlformats.org/presentationml/2006/main">
  <p:tag name="KSO_WM_DIAGRAM_VIRTUALLY_FRAME" val="{&quot;height&quot;:353.55,&quot;left&quot;:25,&quot;top&quot;:120.95,&quot;width&quot;:907.05}"/>
</p:tagLst>
</file>

<file path=ppt/tags/tag172.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73.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7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75.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7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7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78.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79.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3.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4.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5.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8.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89.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3.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4.xml><?xml version="1.0" encoding="utf-8"?>
<p:tagLst xmlns:a="http://schemas.openxmlformats.org/drawingml/2006/main" xmlns:r="http://schemas.openxmlformats.org/officeDocument/2006/relationships" xmlns:p="http://schemas.openxmlformats.org/presentationml/2006/main">
  <p:tag name="KSO_WM_BEAUTIFY_FLAG" val="#wm#"/>
  <p:tag name="KSO_WM_TEMPLATE_CATEGORY" val="custom"/>
  <p:tag name="KSO_WM_TEMPLATE_INDEX" val="20205081"/>
</p:tagLst>
</file>

<file path=ppt/tags/tag195.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8.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199.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3.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4.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5.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6.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7.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8.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09.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10.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11.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12.xml><?xml version="1.0" encoding="utf-8"?>
<p:tagLst xmlns:a="http://schemas.openxmlformats.org/drawingml/2006/main" xmlns:r="http://schemas.openxmlformats.org/officeDocument/2006/relationships" xmlns:p="http://schemas.openxmlformats.org/presentationml/2006/main">
  <p:tag name="KSO_WM_DIAGRAM_VIRTUALLY_FRAME" val="{&quot;height&quot;:934.490363847001,&quot;left&quot;:49,&quot;top&quot;:132.6,&quot;width&quot;:828.85}"/>
</p:tagLst>
</file>

<file path=ppt/tags/tag213.xml><?xml version="1.0" encoding="utf-8"?>
<p:tagLst xmlns:a="http://schemas.openxmlformats.org/drawingml/2006/main" xmlns:r="http://schemas.openxmlformats.org/officeDocument/2006/relationships"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214.xml><?xml version="1.0" encoding="utf-8"?>
<p:tagLst xmlns:a="http://schemas.openxmlformats.org/drawingml/2006/main" xmlns:r="http://schemas.openxmlformats.org/officeDocument/2006/relationships" xmlns:p="http://schemas.openxmlformats.org/presentationml/2006/main">
  <p:tag name="KSO_WM_UNIT_TABLE_BEAUTIFY" val="smartTable{019f5143-b24b-4bc5-9466-d8f6aaf479af}"/>
  <p:tag name="TABLE_ENDDRAG_ORIGIN_RECT" val="359*127"/>
  <p:tag name="TABLE_ENDDRAG_RECT" val="263*223*359*127"/>
</p:tagLst>
</file>

<file path=ppt/theme/theme1.xml><?xml version="1.0" encoding="utf-8"?>
<a:theme xmlns:a="http://schemas.openxmlformats.org/drawingml/2006/main" name="Office 主题​​">
  <a:themeElements>
    <a:clrScheme name="新版空白演示配色">
      <a:dk1>
        <a:srgbClr val="000000"/>
      </a:dk1>
      <a:lt1>
        <a:srgbClr val="FFFFFF"/>
      </a:lt1>
      <a:dk2>
        <a:srgbClr val="0F1423"/>
      </a:dk2>
      <a:lt2>
        <a:srgbClr val="FFFFFF"/>
      </a:lt2>
      <a:accent1>
        <a:srgbClr val="6096E6"/>
      </a:accent1>
      <a:accent2>
        <a:srgbClr val="58B6E5"/>
      </a:accent2>
      <a:accent3>
        <a:srgbClr val="56CA95"/>
      </a:accent3>
      <a:accent4>
        <a:srgbClr val="FFBA55"/>
      </a:accent4>
      <a:accent5>
        <a:srgbClr val="F18870"/>
      </a:accent5>
      <a:accent6>
        <a:srgbClr val="EC5F74"/>
      </a:accent6>
      <a:hlink>
        <a:srgbClr val="0563C1"/>
      </a:hlink>
      <a:folHlink>
        <a:srgbClr val="954D72"/>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等线"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337</TotalTime>
  <Words>1418</Words>
  <Application>Microsoft Office PowerPoint</Application>
  <PresentationFormat>宽屏</PresentationFormat>
  <Paragraphs>143</Paragraphs>
  <Slides>28</Slides>
  <Notes>3</Notes>
  <HiddenSlides>0</HiddenSlides>
  <MMClips>0</MMClips>
  <ScaleCrop>false</ScaleCrop>
  <HeadingPairs>
    <vt:vector size="6" baseType="variant">
      <vt:variant>
        <vt:lpstr>已用的字体</vt:lpstr>
      </vt:variant>
      <vt:variant>
        <vt:i4>8</vt:i4>
      </vt:variant>
      <vt:variant>
        <vt:lpstr>主题</vt:lpstr>
      </vt:variant>
      <vt:variant>
        <vt:i4>1</vt:i4>
      </vt:variant>
      <vt:variant>
        <vt:lpstr>幻灯片标题</vt:lpstr>
      </vt:variant>
      <vt:variant>
        <vt:i4>28</vt:i4>
      </vt:variant>
    </vt:vector>
  </HeadingPairs>
  <TitlesOfParts>
    <vt:vector size="37" baseType="lpstr">
      <vt:lpstr>JetBrains Mono</vt:lpstr>
      <vt:lpstr>等线</vt:lpstr>
      <vt:lpstr>宋体</vt:lpstr>
      <vt:lpstr>微软雅黑</vt:lpstr>
      <vt:lpstr>微软雅黑 Light</vt:lpstr>
      <vt:lpstr>字魂105号-简雅黑</vt:lpstr>
      <vt:lpstr>Arial</vt:lpstr>
      <vt:lpstr>Wingdings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紫琪</dc:creator>
  <cp:lastModifiedBy>2225739358@qq.com</cp:lastModifiedBy>
  <cp:revision>172</cp:revision>
  <dcterms:created xsi:type="dcterms:W3CDTF">2019-06-19T02:08:00Z</dcterms:created>
  <dcterms:modified xsi:type="dcterms:W3CDTF">2024-07-25T04:00:07Z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2052-11.1.0.10495</vt:lpwstr>
  </property>
  <property fmtid="{D5CDD505-2E9C-101B-9397-08002B2CF9AE}" pid="3" name="ICV">
    <vt:lpwstr>409425D5D40E468E88DAB067BB5EE2B8</vt:lpwstr>
  </property>
</Properties>
</file>